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9ced5af97ad489c" /><Relationship Type="http://schemas.openxmlformats.org/officeDocument/2006/relationships/extended-properties" Target="/docProps/app.xml" Id="R939fc46d85a04f21" /><Relationship Type="http://schemas.openxmlformats.org/officeDocument/2006/relationships/officeDocument" Target="/ppt/presentation.xml" Id="Rc347b44b5e4c4396" /></Relationships>
</file>

<file path=ppt/presentation.xml><?xml version="1.0" encoding="utf-8"?>
<p:presentation xmlns:p="http://schemas.openxmlformats.org/presentationml/2006/main">
  <p:sldMasterIdLst>
    <p:sldMasterId xmlns:r="http://schemas.openxmlformats.org/officeDocument/2006/relationships" id="2147483648" r:id="R430b105e79b24102"/>
  </p:sldMasterIdLst>
  <p:notesMasterIdLst>
    <p:notesMasterId xmlns:r="http://schemas.openxmlformats.org/officeDocument/2006/relationships" r:id="R2b25f29e39a44630"/>
  </p:notesMasterIdLst>
  <p:sldIdLst>
    <p:sldId xmlns:r="http://schemas.openxmlformats.org/officeDocument/2006/relationships" id="256" r:id="Rf3b23a8ebebb40a2"/>
    <p:sldId xmlns:r="http://schemas.openxmlformats.org/officeDocument/2006/relationships" id="257" r:id="Raf267ed4222e41d1"/>
    <p:sldId xmlns:r="http://schemas.openxmlformats.org/officeDocument/2006/relationships" id="258" r:id="R4ed60fba13534d0f"/>
    <p:sldId xmlns:r="http://schemas.openxmlformats.org/officeDocument/2006/relationships" id="259" r:id="R5f42eff191c6479c"/>
    <p:sldId xmlns:r="http://schemas.openxmlformats.org/officeDocument/2006/relationships" id="260" r:id="Rce3cd4d3131f46ad"/>
    <p:sldId xmlns:r="http://schemas.openxmlformats.org/officeDocument/2006/relationships" id="261" r:id="Ref3b21f817e642f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e8294278a314312" /><Relationship Type="http://schemas.openxmlformats.org/officeDocument/2006/relationships/slideMaster" Target="/ppt/slideMasters/slideMaster1.xml" Id="R430b105e79b24102" /><Relationship Type="http://schemas.openxmlformats.org/officeDocument/2006/relationships/notesMaster" Target="/ppt/notesMasters/notesMaster1.xml" Id="R2b25f29e39a44630" /><Relationship Type="http://schemas.openxmlformats.org/officeDocument/2006/relationships/presProps" Target="/ppt/presProps.xml" Id="Rcda4ea55f59d46c3" /><Relationship Type="http://schemas.openxmlformats.org/officeDocument/2006/relationships/tableStyles" Target="/ppt/tableStyles.xml" Id="R1dd29e1b65af4098" /><Relationship Type="http://schemas.openxmlformats.org/officeDocument/2006/relationships/slide" Target="/ppt/slides/slide1.xml" Id="Rf3b23a8ebebb40a2" /><Relationship Type="http://schemas.openxmlformats.org/officeDocument/2006/relationships/slide" Target="/ppt/slides/slide2.xml" Id="Raf267ed4222e41d1" /><Relationship Type="http://schemas.openxmlformats.org/officeDocument/2006/relationships/slide" Target="/ppt/slides/slide3.xml" Id="R4ed60fba13534d0f" /><Relationship Type="http://schemas.openxmlformats.org/officeDocument/2006/relationships/slide" Target="/ppt/slides/slide4.xml" Id="R5f42eff191c6479c" /><Relationship Type="http://schemas.openxmlformats.org/officeDocument/2006/relationships/slide" Target="/ppt/slides/slide5.xml" Id="Rce3cd4d3131f46ad" /><Relationship Type="http://schemas.openxmlformats.org/officeDocument/2006/relationships/slide" Target="/ppt/slides/slide6.xml" Id="Ref3b21f817e642f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b742b9dcff14d0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Noto Sans"/>
        <a:ea typeface=""/>
        <a:cs typeface=""/>
      </a:majorFont>
      <a:minorFont>
        <a:latin typeface="Noto San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7d704a58a064fcd" /><Relationship Type="http://schemas.openxmlformats.org/officeDocument/2006/relationships/notesMaster" Target="/ppt/notesMasters/notesMaster1.xml" Id="Rea232e7613d547f7" /></Relationships>
</file>

<file path=ppt/notesSlides/_rels/notesSlide2.xml.rels>&#65279;<?xml version="1.0" encoding="utf-8"?><Relationships xmlns="http://schemas.openxmlformats.org/package/2006/relationships"><Relationship Type="http://schemas.openxmlformats.org/officeDocument/2006/relationships/slide" Target="/ppt/slides/slide2.xml" Id="R3f1b480d2686486c" /><Relationship Type="http://schemas.openxmlformats.org/officeDocument/2006/relationships/notesMaster" Target="/ppt/notesMasters/notesMaster1.xml" Id="Ra84f0f640a2d4624" /></Relationships>
</file>

<file path=ppt/notesSlides/_rels/notesSlide3.xml.rels>&#65279;<?xml version="1.0" encoding="utf-8"?><Relationships xmlns="http://schemas.openxmlformats.org/package/2006/relationships"><Relationship Type="http://schemas.openxmlformats.org/officeDocument/2006/relationships/slide" Target="/ppt/slides/slide3.xml" Id="R2c2273491f4d42fd" /><Relationship Type="http://schemas.openxmlformats.org/officeDocument/2006/relationships/notesMaster" Target="/ppt/notesMasters/notesMaster1.xml" Id="Rf3819a3784b44d64" /></Relationships>
</file>

<file path=ppt/notesSlides/_rels/notesSlide4.xml.rels>&#65279;<?xml version="1.0" encoding="utf-8"?><Relationships xmlns="http://schemas.openxmlformats.org/package/2006/relationships"><Relationship Type="http://schemas.openxmlformats.org/officeDocument/2006/relationships/slide" Target="/ppt/slides/slide4.xml" Id="R0d5464673c964ba1" /><Relationship Type="http://schemas.openxmlformats.org/officeDocument/2006/relationships/notesMaster" Target="/ppt/notesMasters/notesMaster1.xml" Id="R295f0feeb6b34e32" /></Relationships>
</file>

<file path=ppt/notesSlides/_rels/notesSlide5.xml.rels>&#65279;<?xml version="1.0" encoding="utf-8"?><Relationships xmlns="http://schemas.openxmlformats.org/package/2006/relationships"><Relationship Type="http://schemas.openxmlformats.org/officeDocument/2006/relationships/slide" Target="/ppt/slides/slide5.xml" Id="R63142c5699744e2f" /><Relationship Type="http://schemas.openxmlformats.org/officeDocument/2006/relationships/notesMaster" Target="/ppt/notesMasters/notesMaster1.xml" Id="Rc8888afb3fe145af" /></Relationships>
</file>

<file path=ppt/notesSlides/_rels/notesSlide6.xml.rels>&#65279;<?xml version="1.0" encoding="utf-8"?><Relationships xmlns="http://schemas.openxmlformats.org/package/2006/relationships"><Relationship Type="http://schemas.openxmlformats.org/officeDocument/2006/relationships/slide" Target="/ppt/slides/slide6.xml" Id="R57cfbd73c3c2433c" /><Relationship Type="http://schemas.openxmlformats.org/officeDocument/2006/relationships/notesMaster" Target="/ppt/notesMasters/notesMaster1.xml" Id="R7d0487c6368f45e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review decision: assemble dated evidence, preserve uncertainty and identify what needs checking before a service inspection. Applicant personal details are intentionally omitted. No agency endorsement is claimed.</a:t>
            </a:r>
          </a:p>
          <a:p xmlns:a="http://schemas.openxmlformats.org/drawingml/2006/main">
            <a:r>
              <a:t/>
            </a:r>
          </a:p>
          <a:p xmlns:a="http://schemas.openxmlformats.org/drawingml/2006/main">
            <a:r>
              <a:t>Sources accessed 17 October 2026:</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three factual records were transcribed from fresh public listing rows 3, 4 and 9 on 17 October 2026. Ward M-E, village Deonar. Two exact CTS strings match. A third becomes a tentative formatting association only if spaces and hyphens are removed. This is not a validated cadastral-normalisation rule. The proposal field contains a literal dash. The listing view has no status/update-date columns; uninspected detail records may contain them. Do not infer duplicates, legal equivalence, scheme delays or service conditions. Listing serials/local keys are not durable official project IDs. The selected sample is not representative. Open reuse terms were not established. Historical Mumbai studies support attention to reliable services but provide no current local prevalence.</a:t>
            </a:r>
          </a:p>
          <a:p xmlns:a="http://schemas.openxmlformats.org/drawingml/2006/main">
            <a:r>
              <a:t/>
            </a:r>
          </a:p>
          <a:p xmlns:a="http://schemas.openxmlformats.org/drawingml/2006/main">
            <a:r>
              <a:t>Sources accessed 17 October 2026:</a:t>
            </a:r>
          </a:p>
          <a:p xmlns:a="http://schemas.openxmlformats.org/drawingml/2006/main">
            <a:r>
              <a:t>https://dms.sra.gov.in/SRAPUBLIC/</a:t>
            </a:r>
          </a:p>
          <a:p xmlns:a="http://schemas.openxmlformats.org/drawingml/2006/main">
            <a:r>
              <a:t>https://link.springer.com/article/10.1186/1471-2458-13-173</a:t>
            </a:r>
          </a:p>
          <a:p xmlns:a="http://schemas.openxmlformats.org/drawingml/2006/main">
            <a:r>
              <a:t>https://knowledge.uchicago.edu/records/c0z96-tzt75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current browser application uses deterministic JavaScript, not a trained AI model. Search covers 14 curated cards rather than full documents. The public SRA case is real; routes, deficits and maintenance costs are synthetic unless suitable inputs are imported. Numerical and template checks pass, but browser launch is blocked in this workspace and field validation has not occurred. Existing GIS, functional monitoring and complaint confirmation/reopening constrain the novelty claim. The intended contribution is tested incremental usefulness in one local review.</a:t>
            </a:r>
          </a:p>
          <a:p xmlns:a="http://schemas.openxmlformats.org/drawingml/2006/main">
            <a:r>
              <a:t/>
            </a:r>
          </a:p>
          <a:p xmlns:a="http://schemas.openxmlformats.org/drawingml/2006/main">
            <a:r>
              <a:t>Sources accessed 17 October 2026:</a:t>
            </a:r>
          </a:p>
          <a:p xmlns:a="http://schemas.openxmlformats.org/drawingml/2006/main">
            <a:r>
              <a:t>https://maharashtra.nic.in/news/gis-sra/</a:t>
            </a:r>
          </a:p>
          <a:p xmlns:a="http://schemas.openxmlformats.org/drawingml/2006/main">
            <a:r>
              <a:t>https://mahadma.maharashtra.gov.in/wp-content/uploads/2025/07/swachh-bharat-2.pdf</a:t>
            </a:r>
          </a:p>
          <a:p xmlns:a="http://schemas.openxmlformats.org/drawingml/2006/main">
            <a:r>
              <a:t>https://www.pib.gov.in/PressReleasePage.aspx?PRID=2162194&amp;lang=2&amp;reg=48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trial is conditional on authorisation, permitted records, a named operator and a safe observation/consent protocol. Proposed 20 assets and 60 observations are not current results or beneficiary counts. Begin with a reviewable file export, not promised live government integration. Actual maintenance responsibility needs the asset contract/MoU. BMC sanitation arrangements are background only. The adopting role and budget remain unconfirmed.</a:t>
            </a:r>
          </a:p>
          <a:p xmlns:a="http://schemas.openxmlformats.org/drawingml/2006/main">
            <a:r>
              <a:t/>
            </a:r>
          </a:p>
          <a:p xmlns:a="http://schemas.openxmlformats.org/drawingml/2006/main">
            <a:r>
              <a:t>Sources accessed 17 October 2026:</a:t>
            </a:r>
          </a:p>
          <a:p xmlns:a="http://schemas.openxmlformats.org/drawingml/2006/main">
            <a:r>
              <a:t>https://portal.mcgm.gov.in/irj/go/km/docs/documents/HomePage%20Data/Whats%20New/English%20Year%20Book%202025%20Portal.pdf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 service reliability, resident benefit, repair-time reduction, SROI or adoption effect has been measured. The independent comparison must predefine required evidence and time rules, preserve missingness and report actual sample size and order effects. Inclusion requires accessible voluntary participation, including women, older/disabled residents, renters and migrants. Scale over three to five years is conditional on transfer validation, stable IDs, language/accessibility testing, approved security/integration and recurring support. SDG alignment describes intended relevance only.</a:t>
            </a:r>
          </a:p>
          <a:p xmlns:a="http://schemas.openxmlformats.org/drawingml/2006/main">
            <a:r>
              <a:t/>
            </a:r>
          </a:p>
          <a:p xmlns:a="http://schemas.openxmlformats.org/drawingml/2006/main">
            <a:r>
              <a:t>Sources accessed 17 October 2026:</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applicant requested omission of personal details. Do not infer qualifications, age, domicile or legal identity. These must be completed privately in the portal. The illustrative trial is INR 120,000 subtotal plus INR 12,000 contingency. Annual continuation is INR 147,600 plus INR 14,760 contingency. The accompanying workbook contains editable quantities/rates, missing household/time-value inputs and conditional outputs. These are planning assumptions, not quotations, funding commitments or a production-platform cost estimate. The immediate ask is a scoped review trial and validation partners. Challenge work orders are conditional, up to INR 10 lakh rather than guaranteed cash.</a:t>
            </a:r>
          </a:p>
          <a:p xmlns:a="http://schemas.openxmlformats.org/drawingml/2006/main">
            <a:r>
              <a:t/>
            </a:r>
          </a:p>
          <a:p xmlns:a="http://schemas.openxmlformats.org/drawingml/2006/main">
            <a:r>
              <a:t>Sources accessed 17 October 2026:</a:t>
            </a:r>
          </a:p>
          <a:p xmlns:a="http://schemas.openxmlformats.org/drawingml/2006/main">
            <a:r>
              <a:t>https://sevainnovationchallenge.in/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8ca5d5d69444d9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c6e8c9a52f546c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887e6bc31b6424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2270ed44d33493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c3383b539934da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d786191004c4c4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7819EBF-D42C-4BEB-BB3C-B9513940283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9259173-6761-478A-B11B-8BC8D096EA3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1480E4F-EC38-4826-83D0-3B499ED7AA5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F084780-F43A-4B18-8DAD-C467831B67C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D53EE2C-7FAC-422B-A4DC-F3A0BC067F7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C890DAF-6D25-4539-9047-0DD85FDC19A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0C37835-7914-4345-B619-9A06245624B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7968C8F-FAE7-41C7-A0CB-E21EE19349B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F5CFAB6-1A0F-42EA-850D-195B6AAFFEC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8F277C9-EDCE-4014-9344-F702463168A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98e4179b6fb412f" /><Relationship Type="http://schemas.openxmlformats.org/officeDocument/2006/relationships/slideLayout" Target="/ppt/slideLayouts/slideLayout1.xml" Id="R59d8e56573b745d6" /><Relationship Type="http://schemas.openxmlformats.org/officeDocument/2006/relationships/slideLayout" Target="/ppt/slideLayouts/slideLayout2.xml" Id="Rf5033ed7d2e440e8" /><Relationship Type="http://schemas.openxmlformats.org/officeDocument/2006/relationships/slideLayout" Target="/ppt/slideLayouts/slideLayout3.xml" Id="R4677c2faa11c42ff" /><Relationship Type="http://schemas.openxmlformats.org/officeDocument/2006/relationships/slideLayout" Target="/ppt/slideLayouts/slideLayout4.xml" Id="Raba443c4bc7d4cea" /><Relationship Type="http://schemas.openxmlformats.org/officeDocument/2006/relationships/slideLayout" Target="/ppt/slideLayouts/slideLayout5.xml" Id="Rc008b6549fbd4fb5" /><Relationship Type="http://schemas.openxmlformats.org/officeDocument/2006/relationships/slideLayout" Target="/ppt/slideLayouts/slideLayout6.xml" Id="R6a8272c342874f4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9d8e56573b745d6"/>
    <p:sldLayoutId xmlns:r="http://schemas.openxmlformats.org/officeDocument/2006/relationships" id="2147483650" r:id="Rf5033ed7d2e440e8"/>
    <p:sldLayoutId xmlns:r="http://schemas.openxmlformats.org/officeDocument/2006/relationships" id="2147483651" r:id="R4677c2faa11c42ff"/>
    <p:sldLayoutId xmlns:r="http://schemas.openxmlformats.org/officeDocument/2006/relationships" id="2147483652" r:id="Raba443c4bc7d4cea"/>
    <p:sldLayoutId xmlns:r="http://schemas.openxmlformats.org/officeDocument/2006/relationships" id="2147483653" r:id="Rc008b6549fbd4fb5"/>
    <p:sldLayoutId xmlns:r="http://schemas.openxmlformats.org/officeDocument/2006/relationships" id="2147483654" r:id="R6a8272c342874f4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Noto Sans"/>
        <a:ea typeface=""/>
        <a:cs typeface=""/>
      </a:majorFont>
      <a:minorFont>
        <a:latin typeface="Noto San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763ee26dc8b40fe" /><Relationship Type="http://schemas.openxmlformats.org/officeDocument/2006/relationships/notesSlide" Target="/ppt/notesSlides/notesSlide1.xml" Id="R31bdd2d8083e4dd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0637c8f32e741f2" /><Relationship Type="http://schemas.openxmlformats.org/officeDocument/2006/relationships/notesSlide" Target="/ppt/notesSlides/notesSlide2.xml" Id="Rd893013f70734c5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ecd5576b2d0425b" /><Relationship Type="http://schemas.openxmlformats.org/officeDocument/2006/relationships/notesSlide" Target="/ppt/notesSlides/notesSlide3.xml" Id="R8d96dc8d659d4ff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797d5b5cc4e47b1" /><Relationship Type="http://schemas.openxmlformats.org/officeDocument/2006/relationships/notesSlide" Target="/ppt/notesSlides/notesSlide4.xml" Id="R3254288a494647d1"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ad7cc2bb01b45d8" /><Relationship Type="http://schemas.openxmlformats.org/officeDocument/2006/relationships/notesSlide" Target="/ppt/notesSlides/notesSlide5.xml" Id="Rfe3cee9f71f0435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2943fbbafb94660" /><Relationship Type="http://schemas.openxmlformats.org/officeDocument/2006/relationships/notesSlide" Target="/ppt/notesSlides/notesSlide6.xml" Id="Ra579fe564f0145ac" /></Relationships>
</file>

<file path=ppt/slides/slide1.xml><?xml version="1.0" encoding="utf-8"?>
<p:sld xmlns:p="http://schemas.openxmlformats.org/presentationml/2006/main">
  <p:cSld>
    <p:bg>
      <p:bgPr>
        <a:solidFill xmlns:a="http://schemas.openxmlformats.org/drawingml/2006/main">
          <a:srgbClr val="173C33"/>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74312115-E4FD-4295-8DEE-4E65F30FDC93}"/>
              </a:ext>
            </a:extLst>
          </p:cNvPr>
          <p:cNvSpPr>
            <a:spLocks xmlns:a="http://schemas.openxmlformats.org/drawingml/2006/main" noGrp="1"/>
          </p:cNvSpPr>
          <p:nvPr/>
        </p:nvSpPr>
        <p:spPr>
          <a:xfrm xmlns:a="http://schemas.openxmlformats.org/drawingml/2006/main">
            <a:off x="685800" y="13144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700" b="1">
                <a:solidFill>
                  <a:srgbClr val="FFFFFF"/>
                </a:solidFill>
                <a:latin typeface="Noto Sans"/>
                <a:ea typeface="Noto Sans"/>
                <a:cs typeface="Noto Sans"/>
              </a:defRPr>
            </a:defPPr>
          </a:lstStyle>
          <a:p xmlns:a="http://schemas.openxmlformats.org/drawingml/2006/main">
            <a:pPr>
              <a:defRPr sz="5700" b="1">
                <a:solidFill>
                  <a:srgbClr val="FFFFFF"/>
                </a:solidFill>
                <a:latin typeface="Noto Sans"/>
                <a:ea typeface="Noto Sans"/>
                <a:cs typeface="Noto Sans"/>
              </a:defRPr>
            </a:pPr>
            <a:r>
              <a:rPr sz="5700" b="1">
                <a:solidFill>
                  <a:srgbClr val="FFFFFF"/>
                </a:solidFill>
                <a:latin typeface="Noto Sans"/>
                <a:ea typeface="Noto Sans"/>
                <a:cs typeface="Noto Sans"/>
              </a:rPr>
              <a:t>Seva Evidence</a:t>
            </a:r>
          </a:p>
        </p:txBody>
      </p:sp>
      <p:sp>
        <p:nvSpPr>
          <p:cNvPr id="2" name="value-proposition">
            <a:extLst xmlns:a="http://schemas.openxmlformats.org/drawingml/2006/main">
              <a:ext uri="{FF2B5EF4-FFF2-40B4-BE49-F238E27FC236}">
                <a16:creationId xmlns:a16="http://schemas.microsoft.com/office/drawing/2014/main" id="{B20DDCDC-6819-425F-9CB6-E191EADBA90C}"/>
              </a:ext>
            </a:extLst>
          </p:cNvPr>
          <p:cNvSpPr>
            <a:spLocks xmlns:a="http://schemas.openxmlformats.org/drawingml/2006/main" noGrp="1"/>
          </p:cNvSpPr>
          <p:nvPr/>
        </p:nvSpPr>
        <p:spPr>
          <a:xfrm xmlns:a="http://schemas.openxmlformats.org/drawingml/2006/main">
            <a:off x="723900" y="2667000"/>
            <a:ext cx="101917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0">
                <a:solidFill>
                  <a:srgbClr val="F1F1E8"/>
                </a:solidFill>
                <a:latin typeface="Noto Sans"/>
                <a:ea typeface="Noto Sans"/>
                <a:cs typeface="Noto Sans"/>
              </a:defRPr>
            </a:defPPr>
          </a:lstStyle>
          <a:p xmlns:a="http://schemas.openxmlformats.org/drawingml/2006/main">
            <a:pPr>
              <a:defRPr sz="3225" b="0">
                <a:solidFill>
                  <a:srgbClr val="F1F1E8"/>
                </a:solidFill>
                <a:latin typeface="Noto Sans"/>
                <a:ea typeface="Noto Sans"/>
                <a:cs typeface="Noto Sans"/>
              </a:defRPr>
            </a:pPr>
            <a:r>
              <a:rPr sz="3225" b="0">
                <a:solidFill>
                  <a:srgbClr val="F1F1E8"/>
                </a:solidFill>
                <a:latin typeface="Noto Sans"/>
                <a:ea typeface="Noto Sans"/>
                <a:cs typeface="Noto Sans"/>
              </a:rPr>
              <a:t>A source-linked brief for</a:t>
            </a:r>
          </a:p>
          <a:p xmlns:a="http://schemas.openxmlformats.org/drawingml/2006/main">
            <a:pPr>
              <a:defRPr sz="3225" b="0">
                <a:solidFill>
                  <a:srgbClr val="F1F1E8"/>
                </a:solidFill>
                <a:latin typeface="Noto Sans"/>
                <a:ea typeface="Noto Sans"/>
                <a:cs typeface="Noto Sans"/>
              </a:defRPr>
            </a:pPr>
            <a:r>
              <a:rPr sz="3225" b="0">
                <a:solidFill>
                  <a:srgbClr val="F1F1E8"/>
                </a:solidFill>
                <a:latin typeface="Noto Sans"/>
                <a:ea typeface="Noto Sans"/>
                <a:cs typeface="Noto Sans"/>
              </a:rPr>
              <a:t>the next service inspection</a:t>
            </a:r>
          </a:p>
        </p:txBody>
      </p:sp>
      <p:sp>
        <p:nvSpPr>
          <p:cNvPr id="3" name="applicant">
            <a:extLst xmlns:a="http://schemas.openxmlformats.org/drawingml/2006/main">
              <a:ext uri="{FF2B5EF4-FFF2-40B4-BE49-F238E27FC236}">
                <a16:creationId xmlns:a16="http://schemas.microsoft.com/office/drawing/2014/main" id="{B9BCD624-3D87-41C7-9BC1-3F06032D8199}"/>
              </a:ext>
            </a:extLst>
          </p:cNvPr>
          <p:cNvSpPr>
            <a:spLocks xmlns:a="http://schemas.openxmlformats.org/drawingml/2006/main" noGrp="1"/>
          </p:cNvSpPr>
          <p:nvPr/>
        </p:nvSpPr>
        <p:spPr>
          <a:xfrm xmlns:a="http://schemas.openxmlformats.org/drawingml/2006/main">
            <a:off x="742950" y="4762500"/>
            <a:ext cx="8096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DAE4D8"/>
                </a:solidFill>
                <a:latin typeface="Noto Sans"/>
                <a:ea typeface="Noto Sans"/>
                <a:cs typeface="Noto Sans"/>
              </a:defRPr>
            </a:defPPr>
          </a:lstStyle>
          <a:p xmlns:a="http://schemas.openxmlformats.org/drawingml/2006/main">
            <a:pPr>
              <a:defRPr sz="1950" b="0">
                <a:solidFill>
                  <a:srgbClr val="DAE4D8"/>
                </a:solidFill>
                <a:latin typeface="Noto Sans"/>
                <a:ea typeface="Noto Sans"/>
                <a:cs typeface="Noto Sans"/>
              </a:defRPr>
            </a:pPr>
            <a:r>
              <a:rPr sz="1950" b="0">
                <a:solidFill>
                  <a:srgbClr val="DAE4D8"/>
                </a:solidFill>
                <a:latin typeface="Noto Sans"/>
                <a:ea typeface="Noto Sans"/>
                <a:cs typeface="Noto Sans"/>
              </a:rPr>
              <a:t>Individual applicant</a:t>
            </a:r>
          </a:p>
          <a:p xmlns:a="http://schemas.openxmlformats.org/drawingml/2006/main">
            <a:pPr>
              <a:defRPr sz="1950" b="0">
                <a:solidFill>
                  <a:srgbClr val="DAE4D8"/>
                </a:solidFill>
                <a:latin typeface="Noto Sans"/>
                <a:ea typeface="Noto Sans"/>
                <a:cs typeface="Noto Sans"/>
              </a:defRPr>
            </a:pPr>
            <a:r>
              <a:rPr sz="1950" b="0">
                <a:solidFill>
                  <a:srgbClr val="DAE4D8"/>
                </a:solidFill>
                <a:latin typeface="Noto Sans"/>
                <a:ea typeface="Noto Sans"/>
                <a:cs typeface="Noto Sans"/>
              </a:rPr>
              <a:t>Urban Development</a:t>
            </a:r>
          </a:p>
          <a:p xmlns:a="http://schemas.openxmlformats.org/drawingml/2006/main">
            <a:pPr>
              <a:defRPr sz="1950" b="0">
                <a:solidFill>
                  <a:srgbClr val="DAE4D8"/>
                </a:solidFill>
                <a:latin typeface="Noto Sans"/>
                <a:ea typeface="Noto Sans"/>
                <a:cs typeface="Noto Sans"/>
              </a:defRPr>
            </a:pPr>
            <a:r>
              <a:rPr sz="1950" b="0">
                <a:solidFill>
                  <a:srgbClr val="DAE4D8"/>
                </a:solidFill>
                <a:latin typeface="Noto Sans"/>
                <a:ea typeface="Noto Sans"/>
                <a:cs typeface="Noto Sans"/>
              </a:rPr>
              <a:t>Maharashtra zone</a:t>
            </a:r>
          </a:p>
        </p:txBody>
      </p:sp>
      <p:sp>
        <p:nvSpPr>
          <p:cNvPr id="4" name="stage">
            <a:extLst xmlns:a="http://schemas.openxmlformats.org/drawingml/2006/main">
              <a:ext uri="{FF2B5EF4-FFF2-40B4-BE49-F238E27FC236}">
                <a16:creationId xmlns:a16="http://schemas.microsoft.com/office/drawing/2014/main" id="{D7804CD6-9F71-40C2-9888-E2DD634A271E}"/>
              </a:ext>
            </a:extLst>
          </p:cNvPr>
          <p:cNvSpPr>
            <a:spLocks xmlns:a="http://schemas.openxmlformats.org/drawingml/2006/main" noGrp="1"/>
          </p:cNvSpPr>
          <p:nvPr/>
        </p:nvSpPr>
        <p:spPr>
          <a:xfrm xmlns:a="http://schemas.openxmlformats.org/drawingml/2006/main">
            <a:off x="742950" y="6210300"/>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DAE4D8"/>
                </a:solidFill>
                <a:latin typeface="Noto Sans"/>
                <a:ea typeface="Noto Sans"/>
                <a:cs typeface="Noto Sans"/>
              </a:defRPr>
            </a:defPPr>
          </a:lstStyle>
          <a:p xmlns:a="http://schemas.openxmlformats.org/drawingml/2006/main">
            <a:pPr>
              <a:defRPr sz="1575" b="0">
                <a:solidFill>
                  <a:srgbClr val="DAE4D8"/>
                </a:solidFill>
                <a:latin typeface="Noto Sans"/>
                <a:ea typeface="Noto Sans"/>
                <a:cs typeface="Noto Sans"/>
              </a:defRPr>
            </a:pPr>
            <a:r>
              <a:rPr sz="1575" b="0">
                <a:solidFill>
                  <a:srgbClr val="DAE4D8"/>
                </a:solidFill>
                <a:latin typeface="Noto Sans"/>
                <a:ea typeface="Noto Sans"/>
                <a:cs typeface="Noto Sans"/>
              </a:rPr>
              <a:t>Research and desk prototype</a:t>
            </a:r>
          </a:p>
        </p:txBody>
      </p:sp>
    </p:spTree>
    <p:extLst>
      <p:ext uri="{BB962C8B-B14F-4D97-AF65-F5344CB8AC3E}">
        <p14:creationId xmlns:p14="http://schemas.microsoft.com/office/powerpoint/2010/main" val="1932098303"/>
      </p:ext>
    </p:extLst>
  </p:cSld>
</p:sld>
</file>

<file path=ppt/slides/slide2.xml><?xml version="1.0" encoding="utf-8"?>
<p:sld xmlns:p="http://schemas.openxmlformats.org/presentationml/2006/main">
  <p:cSld>
    <p:bg>
      <p:bgPr>
        <a:solidFill xmlns:a="http://schemas.openxmlformats.org/drawingml/2006/main">
          <a:srgbClr val="F8F7F0"/>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6016E791-3B2F-413D-BA7F-083552B91DC1}"/>
              </a:ext>
            </a:extLst>
          </p:cNvPr>
          <p:cNvSpPr>
            <a:spLocks xmlns:a="http://schemas.openxmlformats.org/drawingml/2006/main" noGrp="1"/>
          </p:cNvSpPr>
          <p:nvPr/>
        </p:nvSpPr>
        <p:spPr>
          <a:xfrm xmlns:a="http://schemas.openxmlformats.org/drawingml/2006/main">
            <a:off x="685800" y="552450"/>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3C33"/>
                </a:solidFill>
                <a:latin typeface="Noto Sans"/>
                <a:ea typeface="Noto Sans"/>
                <a:cs typeface="Noto Sans"/>
              </a:defRPr>
            </a:defPPr>
          </a:lstStyle>
          <a:p xmlns:a="http://schemas.openxmlformats.org/drawingml/2006/main">
            <a:pPr>
              <a:defRPr sz="3300" b="1">
                <a:solidFill>
                  <a:srgbClr val="173C33"/>
                </a:solidFill>
                <a:latin typeface="Noto Sans"/>
                <a:ea typeface="Noto Sans"/>
                <a:cs typeface="Noto Sans"/>
              </a:defRPr>
            </a:pPr>
            <a:r>
              <a:rPr sz="3300" b="1">
                <a:solidFill>
                  <a:srgbClr val="173C33"/>
                </a:solidFill>
                <a:latin typeface="Noto Sans"/>
                <a:ea typeface="Noto Sans"/>
                <a:cs typeface="Noto Sans"/>
              </a:rPr>
              <a:t>Public records need verified identifiers</a:t>
            </a:r>
          </a:p>
        </p:txBody>
      </p:sp>
      <p:sp>
        <p:nvSpPr>
          <p:cNvPr id="2" name="page-number">
            <a:extLst xmlns:a="http://schemas.openxmlformats.org/drawingml/2006/main">
              <a:ext uri="{FF2B5EF4-FFF2-40B4-BE49-F238E27FC236}">
                <a16:creationId xmlns:a16="http://schemas.microsoft.com/office/drawing/2014/main" id="{15C617EB-C672-48D2-B089-83E1E6174B83}"/>
              </a:ext>
            </a:extLst>
          </p:cNvPr>
          <p:cNvSpPr>
            <a:spLocks xmlns:a="http://schemas.openxmlformats.org/drawingml/2006/main" noGrp="1"/>
          </p:cNvSpPr>
          <p:nvPr/>
        </p:nvSpPr>
        <p:spPr>
          <a:xfrm xmlns:a="http://schemas.openxmlformats.org/drawingml/2006/main">
            <a:off x="11001375" y="6353175"/>
            <a:ext cx="5048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4746C"/>
                </a:solidFill>
                <a:latin typeface="Noto Sans"/>
                <a:ea typeface="Noto Sans"/>
                <a:cs typeface="Noto Sans"/>
              </a:defRPr>
            </a:defPPr>
          </a:lstStyle>
          <a:p xmlns:a="http://schemas.openxmlformats.org/drawingml/2006/main">
            <a:pPr>
              <a:defRPr sz="1350" b="0">
                <a:solidFill>
                  <a:srgbClr val="64746C"/>
                </a:solidFill>
                <a:latin typeface="Noto Sans"/>
                <a:ea typeface="Noto Sans"/>
                <a:cs typeface="Noto Sans"/>
              </a:defRPr>
            </a:pPr>
            <a:r>
              <a:rPr sz="1350" b="0">
                <a:solidFill>
                  <a:srgbClr val="64746C"/>
                </a:solidFill>
                <a:latin typeface="Noto Sans"/>
                <a:ea typeface="Noto Sans"/>
                <a:cs typeface="Noto Sans"/>
              </a:rPr>
              <a:t>02</a:t>
            </a:r>
          </a:p>
        </p:txBody>
      </p:sp>
      <p:sp>
        <p:nvSpPr>
          <p:cNvPr id="3" name="section">
            <a:extLst xmlns:a="http://schemas.openxmlformats.org/drawingml/2006/main">
              <a:ext uri="{FF2B5EF4-FFF2-40B4-BE49-F238E27FC236}">
                <a16:creationId xmlns:a16="http://schemas.microsoft.com/office/drawing/2014/main" id="{3BFA9A78-410E-4289-9BA1-89ACFF30A0B6}"/>
              </a:ext>
            </a:extLst>
          </p:cNvPr>
          <p:cNvSpPr>
            <a:spLocks xmlns:a="http://schemas.openxmlformats.org/drawingml/2006/main" noGrp="1"/>
          </p:cNvSpPr>
          <p:nvPr/>
        </p:nvSpPr>
        <p:spPr>
          <a:xfrm xmlns:a="http://schemas.openxmlformats.org/drawingml/2006/main">
            <a:off x="685800" y="63531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4746C"/>
                </a:solidFill>
                <a:latin typeface="Noto Sans"/>
                <a:ea typeface="Noto Sans"/>
                <a:cs typeface="Noto Sans"/>
              </a:defRPr>
            </a:defPPr>
          </a:lstStyle>
          <a:p xmlns:a="http://schemas.openxmlformats.org/drawingml/2006/main">
            <a:pPr>
              <a:defRPr sz="1350" b="0">
                <a:solidFill>
                  <a:srgbClr val="64746C"/>
                </a:solidFill>
                <a:latin typeface="Noto Sans"/>
                <a:ea typeface="Noto Sans"/>
                <a:cs typeface="Noto Sans"/>
              </a:defRPr>
            </a:pPr>
            <a:r>
              <a:rPr sz="1350" b="0">
                <a:solidFill>
                  <a:srgbClr val="64746C"/>
                </a:solidFill>
                <a:latin typeface="Noto Sans"/>
                <a:ea typeface="Noto Sans"/>
                <a:cs typeface="Noto Sans"/>
              </a:rPr>
              <a:t>Problem and real public-record case</a:t>
            </a:r>
          </a:p>
        </p:txBody>
      </p:sp>
      <p:sp>
        <p:nvSpPr>
          <p:cNvPr id="4" name="intro">
            <a:extLst xmlns:a="http://schemas.openxmlformats.org/drawingml/2006/main">
              <a:ext uri="{FF2B5EF4-FFF2-40B4-BE49-F238E27FC236}">
                <a16:creationId xmlns:a16="http://schemas.microsoft.com/office/drawing/2014/main" id="{6DC89DAD-6488-41A0-8EBD-E70BF1CCDDB4}"/>
              </a:ext>
            </a:extLst>
          </p:cNvPr>
          <p:cNvSpPr>
            <a:spLocks xmlns:a="http://schemas.openxmlformats.org/drawingml/2006/main" noGrp="1"/>
          </p:cNvSpPr>
          <p:nvPr/>
        </p:nvSpPr>
        <p:spPr>
          <a:xfrm xmlns:a="http://schemas.openxmlformats.org/drawingml/2006/main">
            <a:off x="685800" y="1495425"/>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33473D"/>
                </a:solidFill>
                <a:latin typeface="Noto Sans"/>
                <a:ea typeface="Noto Sans"/>
                <a:cs typeface="Noto Sans"/>
              </a:defRPr>
            </a:defPPr>
          </a:lstStyle>
          <a:p xmlns:a="http://schemas.openxmlformats.org/drawingml/2006/main">
            <a:pPr>
              <a:defRPr sz="2175" b="0">
                <a:solidFill>
                  <a:srgbClr val="33473D"/>
                </a:solidFill>
                <a:latin typeface="Noto Sans"/>
                <a:ea typeface="Noto Sans"/>
                <a:cs typeface="Noto Sans"/>
              </a:defRPr>
            </a:pPr>
            <a:r>
              <a:rPr sz="2175" b="0">
                <a:solidFill>
                  <a:srgbClr val="33473D"/>
                </a:solidFill>
                <a:latin typeface="Noto Sans"/>
                <a:ea typeface="Noto Sans"/>
                <a:cs typeface="Noto Sans"/>
              </a:rPr>
              <a:t>Three selected SRA listing rows in M/E, Deonar.</a:t>
            </a:r>
          </a:p>
          <a:p xmlns:a="http://schemas.openxmlformats.org/drawingml/2006/main">
            <a:pPr>
              <a:defRPr sz="2175" b="0">
                <a:solidFill>
                  <a:srgbClr val="33473D"/>
                </a:solidFill>
                <a:latin typeface="Noto Sans"/>
                <a:ea typeface="Noto Sans"/>
                <a:cs typeface="Noto Sans"/>
              </a:defRPr>
            </a:pPr>
            <a:r>
              <a:rPr sz="2175" b="0">
                <a:solidFill>
                  <a:srgbClr val="33473D"/>
                </a:solidFill>
                <a:latin typeface="Noto Sans"/>
                <a:ea typeface="Noto Sans"/>
                <a:cs typeface="Noto Sans"/>
              </a:rPr>
              <a:t>A shared CTS string cannot identify one scheme.</a:t>
            </a:r>
          </a:p>
        </p:txBody>
      </p:sp>
      <p:graphicFrame>
        <p:nvGraphicFramePr>
          <p:cNvPr id="5" name="">
            <a:extLst xmlns:a="http://schemas.openxmlformats.org/drawingml/2006/main">
              <a:ext uri="{FF2B5EF4-FFF2-40B4-BE49-F238E27FC236}">
                <a16:creationId xmlns:a16="http://schemas.microsoft.com/office/drawing/2014/main" id="{A85BA843-D2B0-4425-8B33-EEBA94BFC0CF}"/>
              </a:ext>
            </a:extLst>
          </p:cNvPr>
          <p:cNvGraphicFramePr/>
          <p:nvPr/>
        </p:nvGraphicFramePr>
        <p:xfrm>
          <a:off xmlns:a="http://schemas.openxmlformats.org/drawingml/2006/main" x="685800" y="2476500"/>
          <a:ext xmlns:a="http://schemas.openxmlformats.org/drawingml/2006/main" cx="10820400" cy="2667000"/>
        </p:xfrm>
        <a:graphic xmlns:a="http://schemas.openxmlformats.org/drawingml/2006/main">
          <a:graphicData uri="http://schemas.openxmlformats.org/drawingml/2006/table">
            <a:tbl>
              <a:tblPr/>
              <a:tblGrid>
                <a:gridCol w="5676900"/>
                <a:gridCol w="1619250"/>
                <a:gridCol w="1619250"/>
                <a:gridCol w="1905000"/>
              </a:tblGrid>
              <a:tr h="666750">
                <a:tc>
                  <a:txBody>
                    <a:bodyPr/>
                    <a:lstStyle/>
                    <a:p>
                      <a:r>
                        <a:rPr sz="1800" b="1">
                          <a:solidFill>
                            <a:srgbClr val="FFFFFF"/>
                          </a:solidFill>
                          <a:latin typeface="Noto Sans"/>
                          <a:ea typeface="Noto Sans"/>
                          <a:cs typeface="Noto Sans"/>
                        </a:rPr>
                        <a:t>Scheme label</a:t>
                      </a:r>
                    </a:p>
                  </a:txBody>
                  <a:tcPr marL="114300" marR="114300" marT="95250" marB="95250">
                    <a:lnL w="9525">
                      <a:solidFill>
                        <a:srgbClr val="D6DED5"/>
                      </a:solidFill>
                      <a:prstDash val="solid"/>
                    </a:lnL>
                    <a:lnR w="9525">
                      <a:solidFill>
                        <a:srgbClr val="D6DED5"/>
                      </a:solidFill>
                      <a:prstDash val="solid"/>
                    </a:lnR>
                    <a:lnT w="9525">
                      <a:solidFill>
                        <a:srgbClr val="D6DED5"/>
                      </a:solidFill>
                      <a:prstDash val="solid"/>
                    </a:lnT>
                    <a:lnB w="9525">
                      <a:solidFill>
                        <a:srgbClr val="D6DED5"/>
                      </a:solidFill>
                      <a:prstDash val="solid"/>
                    </a:lnB>
                    <a:solidFill>
                      <a:srgbClr val="173C33"/>
                    </a:solidFill>
                  </a:tcPr>
                </a:tc>
                <a:tc>
                  <a:txBody>
                    <a:bodyPr/>
                    <a:lstStyle/>
                    <a:p>
                      <a:r>
                        <a:rPr sz="1800" b="1">
                          <a:solidFill>
                            <a:srgbClr val="FFFFFF"/>
                          </a:solidFill>
                          <a:latin typeface="Noto Sans"/>
                          <a:ea typeface="Noto Sans"/>
                          <a:cs typeface="Noto Sans"/>
                        </a:rPr>
                        <a:t>Raw CTS</a:t>
                      </a:r>
                    </a:p>
                  </a:txBody>
                  <a:tcPr marL="114300" marR="114300" marT="95250" marB="95250">
                    <a:lnR w="9525">
                      <a:solidFill>
                        <a:srgbClr val="D6DED5"/>
                      </a:solidFill>
                      <a:prstDash val="solid"/>
                    </a:lnR>
                    <a:lnT w="9525">
                      <a:solidFill>
                        <a:srgbClr val="D6DED5"/>
                      </a:solidFill>
                      <a:prstDash val="solid"/>
                    </a:lnT>
                    <a:lnB w="9525">
                      <a:solidFill>
                        <a:srgbClr val="D6DED5"/>
                      </a:solidFill>
                      <a:prstDash val="solid"/>
                    </a:lnB>
                    <a:solidFill>
                      <a:srgbClr val="173C33"/>
                    </a:solidFill>
                  </a:tcPr>
                </a:tc>
                <a:tc>
                  <a:txBody>
                    <a:bodyPr/>
                    <a:lstStyle/>
                    <a:p>
                      <a:r>
                        <a:rPr sz="1800" b="1">
                          <a:solidFill>
                            <a:srgbClr val="FFFFFF"/>
                          </a:solidFill>
                          <a:latin typeface="Noto Sans"/>
                          <a:ea typeface="Noto Sans"/>
                          <a:cs typeface="Noto Sans"/>
                        </a:rPr>
                        <a:t>Proposal</a:t>
                      </a:r>
                    </a:p>
                  </a:txBody>
                  <a:tcPr marL="114300" marR="114300" marT="95250" marB="95250">
                    <a:lnR w="9525">
                      <a:solidFill>
                        <a:srgbClr val="D6DED5"/>
                      </a:solidFill>
                      <a:prstDash val="solid"/>
                    </a:lnR>
                    <a:lnT w="9525">
                      <a:solidFill>
                        <a:srgbClr val="D6DED5"/>
                      </a:solidFill>
                      <a:prstDash val="solid"/>
                    </a:lnT>
                    <a:lnB w="9525">
                      <a:solidFill>
                        <a:srgbClr val="D6DED5"/>
                      </a:solidFill>
                      <a:prstDash val="solid"/>
                    </a:lnB>
                    <a:solidFill>
                      <a:srgbClr val="173C33"/>
                    </a:solidFill>
                  </a:tcPr>
                </a:tc>
                <a:tc>
                  <a:txBody>
                    <a:bodyPr/>
                    <a:lstStyle/>
                    <a:p>
                      <a:r>
                        <a:rPr sz="1800" b="1">
                          <a:solidFill>
                            <a:srgbClr val="FFFFFF"/>
                          </a:solidFill>
                          <a:latin typeface="Noto Sans"/>
                          <a:ea typeface="Noto Sans"/>
                          <a:cs typeface="Noto Sans"/>
                        </a:rPr>
                        <a:t>Status</a:t>
                      </a:r>
                    </a:p>
                  </a:txBody>
                  <a:tcPr marL="114300" marR="114300" marT="95250" marB="95250">
                    <a:lnR w="9525">
                      <a:solidFill>
                        <a:srgbClr val="D6DED5"/>
                      </a:solidFill>
                      <a:prstDash val="solid"/>
                    </a:lnR>
                    <a:lnT w="9525">
                      <a:solidFill>
                        <a:srgbClr val="D6DED5"/>
                      </a:solidFill>
                      <a:prstDash val="solid"/>
                    </a:lnT>
                    <a:lnB w="9525">
                      <a:solidFill>
                        <a:srgbClr val="D6DED5"/>
                      </a:solidFill>
                      <a:prstDash val="solid"/>
                    </a:lnB>
                    <a:solidFill>
                      <a:srgbClr val="173C33"/>
                    </a:solidFill>
                  </a:tcPr>
                </a:tc>
              </a:tr>
              <a:tr h="666750">
                <a:tc>
                  <a:txBody>
                    <a:bodyPr/>
                    <a:lstStyle/>
                    <a:p>
                      <a:r>
                        <a:rPr sz="1800">
                          <a:solidFill>
                            <a:srgbClr val="33473D"/>
                          </a:solidFill>
                          <a:latin typeface="Noto Sans"/>
                          <a:ea typeface="Noto Sans"/>
                          <a:cs typeface="Noto Sans"/>
                        </a:rPr>
                        <a:t>Bharti CHS</a:t>
                      </a:r>
                    </a:p>
                  </a:txBody>
                  <a:tcPr marL="114300" marR="114300" marT="95250" marB="95250">
                    <a:lnL w="9525">
                      <a:solidFill>
                        <a:srgbClr val="D6DED5"/>
                      </a:solidFill>
                      <a:prstDash val="solid"/>
                    </a:lnL>
                    <a:lnR w="9525">
                      <a:solidFill>
                        <a:srgbClr val="D6DED5"/>
                      </a:solidFill>
                      <a:prstDash val="solid"/>
                    </a:lnR>
                    <a:lnB w="9525">
                      <a:solidFill>
                        <a:srgbClr val="D6DED5"/>
                      </a:solidFill>
                      <a:prstDash val="solid"/>
                    </a:lnB>
                    <a:solidFill>
                      <a:srgbClr val="FFFFFF"/>
                    </a:solidFill>
                  </a:tcPr>
                </a:tc>
                <a:tc>
                  <a:txBody>
                    <a:bodyPr/>
                    <a:lstStyle/>
                    <a:p>
                      <a:r>
                        <a:rPr sz="1800">
                          <a:solidFill>
                            <a:srgbClr val="33473D"/>
                          </a:solidFill>
                          <a:latin typeface="Noto Sans"/>
                          <a:ea typeface="Noto Sans"/>
                          <a:cs typeface="Noto Sans"/>
                        </a:rPr>
                        <a:t>1-A</a:t>
                      </a:r>
                    </a:p>
                  </a:txBody>
                  <a:tcPr marL="114300" marR="114300" marT="95250" marB="95250">
                    <a:lnR w="9525">
                      <a:solidFill>
                        <a:srgbClr val="D6DED5"/>
                      </a:solidFill>
                      <a:prstDash val="solid"/>
                    </a:lnR>
                    <a:lnB w="9525">
                      <a:solidFill>
                        <a:srgbClr val="D6DED5"/>
                      </a:solidFill>
                      <a:prstDash val="solid"/>
                    </a:lnB>
                    <a:solidFill>
                      <a:srgbClr val="FFFFFF"/>
                    </a:solidFill>
                  </a:tcPr>
                </a:tc>
                <a:tc>
                  <a:txBody>
                    <a:bodyPr/>
                    <a:lstStyle/>
                    <a:p>
                      <a:r>
                        <a:rPr sz="1800">
                          <a:solidFill>
                            <a:srgbClr val="33473D"/>
                          </a:solidFill>
                          <a:latin typeface="Noto Sans"/>
                          <a:ea typeface="Noto Sans"/>
                          <a:cs typeface="Noto Sans"/>
                        </a:rPr>
                        <a:t>-</a:t>
                      </a:r>
                    </a:p>
                  </a:txBody>
                  <a:tcPr marL="114300" marR="114300" marT="95250" marB="95250">
                    <a:lnR w="9525">
                      <a:solidFill>
                        <a:srgbClr val="D6DED5"/>
                      </a:solidFill>
                      <a:prstDash val="solid"/>
                    </a:lnR>
                    <a:lnB w="9525">
                      <a:solidFill>
                        <a:srgbClr val="D6DED5"/>
                      </a:solidFill>
                      <a:prstDash val="solid"/>
                    </a:lnB>
                    <a:solidFill>
                      <a:srgbClr val="FFFFFF"/>
                    </a:solidFill>
                  </a:tcPr>
                </a:tc>
                <a:tc>
                  <a:txBody>
                    <a:bodyPr/>
                    <a:lstStyle/>
                    <a:p>
                      <a:r>
                        <a:rPr sz="1800">
                          <a:solidFill>
                            <a:srgbClr val="33473D"/>
                          </a:solidFill>
                          <a:latin typeface="Noto Sans"/>
                          <a:ea typeface="Noto Sans"/>
                          <a:cs typeface="Noto Sans"/>
                        </a:rPr>
                        <a:t>Unknown</a:t>
                      </a:r>
                    </a:p>
                  </a:txBody>
                  <a:tcPr marL="114300" marR="114300" marT="95250" marB="95250">
                    <a:lnR w="9525">
                      <a:solidFill>
                        <a:srgbClr val="D6DED5"/>
                      </a:solidFill>
                      <a:prstDash val="solid"/>
                    </a:lnR>
                    <a:lnB w="9525">
                      <a:solidFill>
                        <a:srgbClr val="D6DED5"/>
                      </a:solidFill>
                      <a:prstDash val="solid"/>
                    </a:lnB>
                    <a:solidFill>
                      <a:srgbClr val="FFFFFF"/>
                    </a:solidFill>
                  </a:tcPr>
                </a:tc>
              </a:tr>
              <a:tr h="666750">
                <a:tc>
                  <a:txBody>
                    <a:bodyPr/>
                    <a:lstStyle/>
                    <a:p>
                      <a:r>
                        <a:rPr sz="1800">
                          <a:solidFill>
                            <a:srgbClr val="33473D"/>
                          </a:solidFill>
                          <a:latin typeface="Noto Sans"/>
                          <a:ea typeface="Noto Sans"/>
                          <a:cs typeface="Noto Sans"/>
                        </a:rPr>
                        <a:t>Universal CHS</a:t>
                      </a:r>
                    </a:p>
                  </a:txBody>
                  <a:tcPr marL="114300" marR="114300" marT="95250" marB="95250">
                    <a:lnL w="9525">
                      <a:solidFill>
                        <a:srgbClr val="D6DED5"/>
                      </a:solidFill>
                      <a:prstDash val="solid"/>
                    </a:lnL>
                    <a:lnR w="9525">
                      <a:solidFill>
                        <a:srgbClr val="D6DED5"/>
                      </a:solidFill>
                      <a:prstDash val="solid"/>
                    </a:lnR>
                    <a:lnB w="9525">
                      <a:solidFill>
                        <a:srgbClr val="D6DED5"/>
                      </a:solidFill>
                      <a:prstDash val="solid"/>
                    </a:lnB>
                    <a:solidFill>
                      <a:srgbClr val="FFFFFF"/>
                    </a:solidFill>
                  </a:tcPr>
                </a:tc>
                <a:tc>
                  <a:txBody>
                    <a:bodyPr/>
                    <a:lstStyle/>
                    <a:p>
                      <a:r>
                        <a:rPr sz="1800">
                          <a:solidFill>
                            <a:srgbClr val="33473D"/>
                          </a:solidFill>
                          <a:latin typeface="Noto Sans"/>
                          <a:ea typeface="Noto Sans"/>
                          <a:cs typeface="Noto Sans"/>
                        </a:rPr>
                        <a:t>1-A</a:t>
                      </a:r>
                    </a:p>
                  </a:txBody>
                  <a:tcPr marL="114300" marR="114300" marT="95250" marB="95250">
                    <a:lnR w="9525">
                      <a:solidFill>
                        <a:srgbClr val="D6DED5"/>
                      </a:solidFill>
                      <a:prstDash val="solid"/>
                    </a:lnR>
                    <a:lnB w="9525">
                      <a:solidFill>
                        <a:srgbClr val="D6DED5"/>
                      </a:solidFill>
                      <a:prstDash val="solid"/>
                    </a:lnB>
                    <a:solidFill>
                      <a:srgbClr val="FFFFFF"/>
                    </a:solidFill>
                  </a:tcPr>
                </a:tc>
                <a:tc>
                  <a:txBody>
                    <a:bodyPr/>
                    <a:lstStyle/>
                    <a:p>
                      <a:r>
                        <a:rPr sz="1800">
                          <a:solidFill>
                            <a:srgbClr val="33473D"/>
                          </a:solidFill>
                          <a:latin typeface="Noto Sans"/>
                          <a:ea typeface="Noto Sans"/>
                          <a:cs typeface="Noto Sans"/>
                        </a:rPr>
                        <a:t>-</a:t>
                      </a:r>
                    </a:p>
                  </a:txBody>
                  <a:tcPr marL="114300" marR="114300" marT="95250" marB="95250">
                    <a:lnR w="9525">
                      <a:solidFill>
                        <a:srgbClr val="D6DED5"/>
                      </a:solidFill>
                      <a:prstDash val="solid"/>
                    </a:lnR>
                    <a:lnB w="9525">
                      <a:solidFill>
                        <a:srgbClr val="D6DED5"/>
                      </a:solidFill>
                      <a:prstDash val="solid"/>
                    </a:lnB>
                    <a:solidFill>
                      <a:srgbClr val="FFFFFF"/>
                    </a:solidFill>
                  </a:tcPr>
                </a:tc>
                <a:tc>
                  <a:txBody>
                    <a:bodyPr/>
                    <a:lstStyle/>
                    <a:p>
                      <a:r>
                        <a:rPr sz="1800">
                          <a:solidFill>
                            <a:srgbClr val="33473D"/>
                          </a:solidFill>
                          <a:latin typeface="Noto Sans"/>
                          <a:ea typeface="Noto Sans"/>
                          <a:cs typeface="Noto Sans"/>
                        </a:rPr>
                        <a:t>Unknown</a:t>
                      </a:r>
                    </a:p>
                  </a:txBody>
                  <a:tcPr marL="114300" marR="114300" marT="95250" marB="95250">
                    <a:lnR w="9525">
                      <a:solidFill>
                        <a:srgbClr val="D6DED5"/>
                      </a:solidFill>
                      <a:prstDash val="solid"/>
                    </a:lnR>
                    <a:lnB w="9525">
                      <a:solidFill>
                        <a:srgbClr val="D6DED5"/>
                      </a:solidFill>
                      <a:prstDash val="solid"/>
                    </a:lnB>
                    <a:solidFill>
                      <a:srgbClr val="FFFFFF"/>
                    </a:solidFill>
                  </a:tcPr>
                </a:tc>
              </a:tr>
              <a:tr h="666750">
                <a:tc>
                  <a:txBody>
                    <a:bodyPr/>
                    <a:lstStyle/>
                    <a:p>
                      <a:r>
                        <a:rPr sz="1800">
                          <a:solidFill>
                            <a:srgbClr val="33473D"/>
                          </a:solidFill>
                          <a:latin typeface="Noto Sans"/>
                          <a:ea typeface="Noto Sans"/>
                          <a:cs typeface="Noto Sans"/>
                        </a:rPr>
                        <a:t>Navi Disha &amp; Gurukrupa C.H.S</a:t>
                      </a:r>
                    </a:p>
                  </a:txBody>
                  <a:tcPr marL="114300" marR="114300" marT="95250" marB="95250">
                    <a:lnL w="9525">
                      <a:solidFill>
                        <a:srgbClr val="D6DED5"/>
                      </a:solidFill>
                      <a:prstDash val="solid"/>
                    </a:lnL>
                    <a:lnR w="9525">
                      <a:solidFill>
                        <a:srgbClr val="D6DED5"/>
                      </a:solidFill>
                      <a:prstDash val="solid"/>
                    </a:lnR>
                    <a:lnB w="9525">
                      <a:solidFill>
                        <a:srgbClr val="D6DED5"/>
                      </a:solidFill>
                      <a:prstDash val="solid"/>
                    </a:lnB>
                    <a:solidFill>
                      <a:srgbClr val="FFFFFF"/>
                    </a:solidFill>
                  </a:tcPr>
                </a:tc>
                <a:tc>
                  <a:txBody>
                    <a:bodyPr/>
                    <a:lstStyle/>
                    <a:p>
                      <a:r>
                        <a:rPr sz="1800">
                          <a:solidFill>
                            <a:srgbClr val="33473D"/>
                          </a:solidFill>
                          <a:latin typeface="Noto Sans"/>
                          <a:ea typeface="Noto Sans"/>
                          <a:cs typeface="Noto Sans"/>
                        </a:rPr>
                        <a:t>1 A</a:t>
                      </a:r>
                    </a:p>
                  </a:txBody>
                  <a:tcPr marL="114300" marR="114300" marT="95250" marB="95250">
                    <a:lnR w="9525">
                      <a:solidFill>
                        <a:srgbClr val="D6DED5"/>
                      </a:solidFill>
                      <a:prstDash val="solid"/>
                    </a:lnR>
                    <a:lnB w="9525">
                      <a:solidFill>
                        <a:srgbClr val="D6DED5"/>
                      </a:solidFill>
                      <a:prstDash val="solid"/>
                    </a:lnB>
                    <a:solidFill>
                      <a:srgbClr val="FFFFFF"/>
                    </a:solidFill>
                  </a:tcPr>
                </a:tc>
                <a:tc>
                  <a:txBody>
                    <a:bodyPr/>
                    <a:lstStyle/>
                    <a:p>
                      <a:r>
                        <a:rPr sz="1800">
                          <a:solidFill>
                            <a:srgbClr val="33473D"/>
                          </a:solidFill>
                          <a:latin typeface="Noto Sans"/>
                          <a:ea typeface="Noto Sans"/>
                          <a:cs typeface="Noto Sans"/>
                        </a:rPr>
                        <a:t>-</a:t>
                      </a:r>
                    </a:p>
                  </a:txBody>
                  <a:tcPr marL="114300" marR="114300" marT="95250" marB="95250">
                    <a:lnR w="9525">
                      <a:solidFill>
                        <a:srgbClr val="D6DED5"/>
                      </a:solidFill>
                      <a:prstDash val="solid"/>
                    </a:lnR>
                    <a:lnB w="9525">
                      <a:solidFill>
                        <a:srgbClr val="D6DED5"/>
                      </a:solidFill>
                      <a:prstDash val="solid"/>
                    </a:lnB>
                    <a:solidFill>
                      <a:srgbClr val="FFFFFF"/>
                    </a:solidFill>
                  </a:tcPr>
                </a:tc>
                <a:tc>
                  <a:txBody>
                    <a:bodyPr/>
                    <a:lstStyle/>
                    <a:p>
                      <a:r>
                        <a:rPr sz="1800">
                          <a:solidFill>
                            <a:srgbClr val="33473D"/>
                          </a:solidFill>
                          <a:latin typeface="Noto Sans"/>
                          <a:ea typeface="Noto Sans"/>
                          <a:cs typeface="Noto Sans"/>
                        </a:rPr>
                        <a:t>Unknown</a:t>
                      </a:r>
                    </a:p>
                  </a:txBody>
                  <a:tcPr marL="114300" marR="114300" marT="95250" marB="95250">
                    <a:lnR w="9525">
                      <a:solidFill>
                        <a:srgbClr val="D6DED5"/>
                      </a:solidFill>
                      <a:prstDash val="solid"/>
                    </a:lnR>
                    <a:lnB w="9525">
                      <a:solidFill>
                        <a:srgbClr val="D6DED5"/>
                      </a:solidFill>
                      <a:prstDash val="solid"/>
                    </a:lnB>
                    <a:solidFill>
                      <a:srgbClr val="FFFFFF"/>
                    </a:solidFill>
                  </a:tcPr>
                </a:tc>
              </a:tr>
            </a:tbl>
          </a:graphicData>
        </a:graphic>
      </p:graphicFrame>
      <p:sp>
        <p:nvSpPr>
          <p:cNvPr id="6" name="boundary">
            <a:extLst xmlns:a="http://schemas.openxmlformats.org/drawingml/2006/main">
              <a:ext uri="{FF2B5EF4-FFF2-40B4-BE49-F238E27FC236}">
                <a16:creationId xmlns:a16="http://schemas.microsoft.com/office/drawing/2014/main" id="{F9A251F2-6FF2-4055-A711-7A39F75F6FF4}"/>
              </a:ext>
            </a:extLst>
          </p:cNvPr>
          <p:cNvSpPr>
            <a:spLocks xmlns:a="http://schemas.openxmlformats.org/drawingml/2006/main" noGrp="1"/>
          </p:cNvSpPr>
          <p:nvPr/>
        </p:nvSpPr>
        <p:spPr>
          <a:xfrm xmlns:a="http://schemas.openxmlformats.org/drawingml/2006/main">
            <a:off x="685800" y="5438775"/>
            <a:ext cx="10820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64746C"/>
                </a:solidFill>
                <a:latin typeface="Noto Sans"/>
                <a:ea typeface="Noto Sans"/>
                <a:cs typeface="Noto Sans"/>
              </a:defRPr>
            </a:defPPr>
          </a:lstStyle>
          <a:p xmlns:a="http://schemas.openxmlformats.org/drawingml/2006/main">
            <a:pPr>
              <a:defRPr sz="1875" b="0">
                <a:solidFill>
                  <a:srgbClr val="64746C"/>
                </a:solidFill>
                <a:latin typeface="Noto Sans"/>
                <a:ea typeface="Noto Sans"/>
                <a:cs typeface="Noto Sans"/>
              </a:defRPr>
            </a:pPr>
            <a:r>
              <a:rPr sz="1875" b="0">
                <a:solidFill>
                  <a:srgbClr val="64746C"/>
                </a:solidFill>
                <a:latin typeface="Noto Sans"/>
                <a:ea typeface="Noto Sans"/>
                <a:cs typeface="Noto Sans"/>
              </a:rPr>
              <a:t>Retain every row. Seek authoritative project IDs and detail records.</a:t>
            </a:r>
          </a:p>
          <a:p xmlns:a="http://schemas.openxmlformats.org/drawingml/2006/main">
            <a:pPr>
              <a:defRPr sz="1875" b="0">
                <a:solidFill>
                  <a:srgbClr val="64746C"/>
                </a:solidFill>
                <a:latin typeface="Noto Sans"/>
                <a:ea typeface="Noto Sans"/>
                <a:cs typeface="Noto Sans"/>
              </a:defRPr>
            </a:pPr>
            <a:r>
              <a:rPr sz="1875" b="0">
                <a:solidFill>
                  <a:srgbClr val="64746C"/>
                </a:solidFill>
                <a:latin typeface="Noto Sans"/>
                <a:ea typeface="Noto Sans"/>
                <a:cs typeface="Noto Sans"/>
              </a:rPr>
              <a:t>This listing supplies no status or update-date columns.</a:t>
            </a:r>
          </a:p>
        </p:txBody>
      </p:sp>
    </p:spTree>
    <p:extLst>
      <p:ext uri="{BB962C8B-B14F-4D97-AF65-F5344CB8AC3E}">
        <p14:creationId xmlns:p14="http://schemas.microsoft.com/office/powerpoint/2010/main" val="1430805413"/>
      </p:ext>
    </p:extLst>
  </p:cSld>
</p:sld>
</file>

<file path=ppt/slides/slide3.xml><?xml version="1.0" encoding="utf-8"?>
<p:sld xmlns:p="http://schemas.openxmlformats.org/presentationml/2006/main">
  <p:cSld>
    <p:bg>
      <p:bgPr>
        <a:solidFill xmlns:a="http://schemas.openxmlformats.org/drawingml/2006/main">
          <a:srgbClr val="F8F7F0"/>
        </a:solidFill>
      </p:bgPr>
    </p:bg>
    <p:spTree>
      <p:nvGrpSpPr>
        <p:cNvPr id="1" name=""/>
        <p:cNvGrpSpPr/>
        <p:nvPr/>
      </p:nvGrpSpPr>
      <p:grpSpPr>
        <a:xfrm xmlns:a="http://schemas.openxmlformats.org/drawingml/2006/main"/>
      </p:grpSpPr>
      <p:sp>
        <p:nvSpPr>
          <p:cNvPr id="11" name="title">
            <a:extLst xmlns:a="http://schemas.openxmlformats.org/drawingml/2006/main">
              <a:ext uri="{FF2B5EF4-FFF2-40B4-BE49-F238E27FC236}">
                <a16:creationId xmlns:a16="http://schemas.microsoft.com/office/drawing/2014/main" id="{B3A15771-4E33-4571-86A6-AE67C74BF520}"/>
              </a:ext>
            </a:extLst>
          </p:cNvPr>
          <p:cNvSpPr>
            <a:spLocks xmlns:a="http://schemas.openxmlformats.org/drawingml/2006/main" noGrp="1"/>
          </p:cNvSpPr>
          <p:nvPr/>
        </p:nvSpPr>
        <p:spPr>
          <a:xfrm xmlns:a="http://schemas.openxmlformats.org/drawingml/2006/main">
            <a:off x="685800" y="552450"/>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3C33"/>
                </a:solidFill>
                <a:latin typeface="Noto Sans"/>
                <a:ea typeface="Noto Sans"/>
                <a:cs typeface="Noto Sans"/>
              </a:defRPr>
            </a:defPPr>
          </a:lstStyle>
          <a:p xmlns:a="http://schemas.openxmlformats.org/drawingml/2006/main">
            <a:pPr>
              <a:defRPr sz="3300" b="1">
                <a:solidFill>
                  <a:srgbClr val="173C33"/>
                </a:solidFill>
                <a:latin typeface="Noto Sans"/>
                <a:ea typeface="Noto Sans"/>
                <a:cs typeface="Noto Sans"/>
              </a:defRPr>
            </a:pPr>
            <a:r>
              <a:rPr sz="3300" b="1">
                <a:solidFill>
                  <a:srgbClr val="173C33"/>
                </a:solidFill>
                <a:latin typeface="Noto Sans"/>
                <a:ea typeface="Noto Sans"/>
                <a:cs typeface="Noto Sans"/>
              </a:rPr>
              <a:t>An evidence brief for the next inspection</a:t>
            </a:r>
          </a:p>
        </p:txBody>
      </p:sp>
      <p:sp>
        <p:nvSpPr>
          <p:cNvPr id="2" name="page-number">
            <a:extLst xmlns:a="http://schemas.openxmlformats.org/drawingml/2006/main">
              <a:ext uri="{FF2B5EF4-FFF2-40B4-BE49-F238E27FC236}">
                <a16:creationId xmlns:a16="http://schemas.microsoft.com/office/drawing/2014/main" id="{73DD4838-08A2-464D-8CA7-8FFFE041D529}"/>
              </a:ext>
            </a:extLst>
          </p:cNvPr>
          <p:cNvSpPr>
            <a:spLocks xmlns:a="http://schemas.openxmlformats.org/drawingml/2006/main" noGrp="1"/>
          </p:cNvSpPr>
          <p:nvPr/>
        </p:nvSpPr>
        <p:spPr>
          <a:xfrm xmlns:a="http://schemas.openxmlformats.org/drawingml/2006/main">
            <a:off x="11001375" y="6353175"/>
            <a:ext cx="5048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4746C"/>
                </a:solidFill>
                <a:latin typeface="Noto Sans"/>
                <a:ea typeface="Noto Sans"/>
                <a:cs typeface="Noto Sans"/>
              </a:defRPr>
            </a:defPPr>
          </a:lstStyle>
          <a:p xmlns:a="http://schemas.openxmlformats.org/drawingml/2006/main">
            <a:pPr>
              <a:defRPr sz="1350" b="0">
                <a:solidFill>
                  <a:srgbClr val="64746C"/>
                </a:solidFill>
                <a:latin typeface="Noto Sans"/>
                <a:ea typeface="Noto Sans"/>
                <a:cs typeface="Noto Sans"/>
              </a:defRPr>
            </a:pPr>
            <a:r>
              <a:rPr sz="1350" b="0">
                <a:solidFill>
                  <a:srgbClr val="64746C"/>
                </a:solidFill>
                <a:latin typeface="Noto Sans"/>
                <a:ea typeface="Noto Sans"/>
                <a:cs typeface="Noto Sans"/>
              </a:rPr>
              <a:t>03</a:t>
            </a:r>
          </a:p>
        </p:txBody>
      </p:sp>
      <p:sp>
        <p:nvSpPr>
          <p:cNvPr id="3" name="section">
            <a:extLst xmlns:a="http://schemas.openxmlformats.org/drawingml/2006/main">
              <a:ext uri="{FF2B5EF4-FFF2-40B4-BE49-F238E27FC236}">
                <a16:creationId xmlns:a16="http://schemas.microsoft.com/office/drawing/2014/main" id="{F77A9C8B-4FAB-46ED-89AB-30D60748C7E2}"/>
              </a:ext>
            </a:extLst>
          </p:cNvPr>
          <p:cNvSpPr>
            <a:spLocks xmlns:a="http://schemas.openxmlformats.org/drawingml/2006/main" noGrp="1"/>
          </p:cNvSpPr>
          <p:nvPr/>
        </p:nvSpPr>
        <p:spPr>
          <a:xfrm xmlns:a="http://schemas.openxmlformats.org/drawingml/2006/main">
            <a:off x="685800" y="63531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4746C"/>
                </a:solidFill>
                <a:latin typeface="Noto Sans"/>
                <a:ea typeface="Noto Sans"/>
                <a:cs typeface="Noto Sans"/>
              </a:defRPr>
            </a:defPPr>
          </a:lstStyle>
          <a:p xmlns:a="http://schemas.openxmlformats.org/drawingml/2006/main">
            <a:pPr>
              <a:defRPr sz="1350" b="0">
                <a:solidFill>
                  <a:srgbClr val="64746C"/>
                </a:solidFill>
                <a:latin typeface="Noto Sans"/>
                <a:ea typeface="Noto Sans"/>
                <a:cs typeface="Noto Sans"/>
              </a:defRPr>
            </a:pPr>
            <a:r>
              <a:rPr sz="1350" b="0">
                <a:solidFill>
                  <a:srgbClr val="64746C"/>
                </a:solidFill>
                <a:latin typeface="Noto Sans"/>
                <a:ea typeface="Noto Sans"/>
                <a:cs typeface="Noto Sans"/>
              </a:rPr>
              <a:t>Solution and innovation</a:t>
            </a:r>
          </a:p>
        </p:txBody>
      </p:sp>
      <p:sp>
        <p:nvSpPr>
          <p:cNvPr id="4" name="feature-1-title">
            <a:extLst xmlns:a="http://schemas.openxmlformats.org/drawingml/2006/main">
              <a:ext uri="{FF2B5EF4-FFF2-40B4-BE49-F238E27FC236}">
                <a16:creationId xmlns:a16="http://schemas.microsoft.com/office/drawing/2014/main" id="{7A9EF17F-2836-4753-A806-CD208BD9BA4F}"/>
              </a:ext>
            </a:extLst>
          </p:cNvPr>
          <p:cNvSpPr>
            <a:spLocks xmlns:a="http://schemas.openxmlformats.org/drawingml/2006/main" noGrp="1"/>
          </p:cNvSpPr>
          <p:nvPr/>
        </p:nvSpPr>
        <p:spPr>
          <a:xfrm xmlns:a="http://schemas.openxmlformats.org/drawingml/2006/main">
            <a:off x="685800" y="1647825"/>
            <a:ext cx="523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73C33"/>
                </a:solidFill>
                <a:latin typeface="Noto Sans"/>
                <a:ea typeface="Noto Sans"/>
                <a:cs typeface="Noto Sans"/>
              </a:defRPr>
            </a:defPPr>
          </a:lstStyle>
          <a:p xmlns:a="http://schemas.openxmlformats.org/drawingml/2006/main">
            <a:pPr>
              <a:defRPr sz="2325" b="1">
                <a:solidFill>
                  <a:srgbClr val="173C33"/>
                </a:solidFill>
                <a:latin typeface="Noto Sans"/>
                <a:ea typeface="Noto Sans"/>
                <a:cs typeface="Noto Sans"/>
              </a:defRPr>
            </a:pPr>
            <a:r>
              <a:rPr sz="2325" b="1">
                <a:solidFill>
                  <a:srgbClr val="173C33"/>
                </a:solidFill>
                <a:latin typeface="Noto Sans"/>
                <a:ea typeface="Noto Sans"/>
                <a:cs typeface="Noto Sans"/>
              </a:rPr>
              <a:t>Sources remain attached</a:t>
            </a:r>
          </a:p>
        </p:txBody>
      </p:sp>
      <p:sp>
        <p:nvSpPr>
          <p:cNvPr id="5" name="feature-1">
            <a:extLst xmlns:a="http://schemas.openxmlformats.org/drawingml/2006/main">
              <a:ext uri="{FF2B5EF4-FFF2-40B4-BE49-F238E27FC236}">
                <a16:creationId xmlns:a16="http://schemas.microsoft.com/office/drawing/2014/main" id="{8B9F5783-71C6-4C2D-8883-87E5EF986780}"/>
              </a:ext>
            </a:extLst>
          </p:cNvPr>
          <p:cNvSpPr>
            <a:spLocks xmlns:a="http://schemas.openxmlformats.org/drawingml/2006/main" noGrp="1"/>
          </p:cNvSpPr>
          <p:nvPr/>
        </p:nvSpPr>
        <p:spPr>
          <a:xfrm xmlns:a="http://schemas.openxmlformats.org/drawingml/2006/main">
            <a:off x="685800" y="2171700"/>
            <a:ext cx="5238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33473D"/>
                </a:solidFill>
                <a:latin typeface="Noto Sans"/>
                <a:ea typeface="Noto Sans"/>
                <a:cs typeface="Noto Sans"/>
              </a:defRPr>
            </a:defPPr>
          </a:lstStyle>
          <a:p xmlns:a="http://schemas.openxmlformats.org/drawingml/2006/main">
            <a:pPr>
              <a:defRPr sz="2025" b="0">
                <a:solidFill>
                  <a:srgbClr val="33473D"/>
                </a:solidFill>
                <a:latin typeface="Noto Sans"/>
                <a:ea typeface="Noto Sans"/>
                <a:cs typeface="Noto Sans"/>
              </a:defRPr>
            </a:pPr>
            <a:r>
              <a:rPr sz="2025" b="0">
                <a:solidFill>
                  <a:srgbClr val="33473D"/>
                </a:solidFill>
                <a:latin typeface="Noto Sans"/>
                <a:ea typeface="Noto Sans"/>
                <a:cs typeface="Noto Sans"/>
              </a:rPr>
              <a:t>Raw records, dates and permissions</a:t>
            </a:r>
          </a:p>
          <a:p xmlns:a="http://schemas.openxmlformats.org/drawingml/2006/main">
            <a:pPr>
              <a:defRPr sz="2025" b="0">
                <a:solidFill>
                  <a:srgbClr val="33473D"/>
                </a:solidFill>
                <a:latin typeface="Noto Sans"/>
                <a:ea typeface="Noto Sans"/>
                <a:cs typeface="Noto Sans"/>
              </a:defRPr>
            </a:pPr>
            <a:r>
              <a:rPr sz="2025" b="0">
                <a:solidFill>
                  <a:srgbClr val="33473D"/>
                </a:solidFill>
                <a:latin typeface="Noto Sans"/>
                <a:ea typeface="Noto Sans"/>
                <a:cs typeface="Noto Sans"/>
              </a:rPr>
              <a:t>remain visible in the review and export.</a:t>
            </a:r>
          </a:p>
        </p:txBody>
      </p:sp>
      <p:sp>
        <p:nvSpPr>
          <p:cNvPr id="6" name="feature-2-title">
            <a:extLst xmlns:a="http://schemas.openxmlformats.org/drawingml/2006/main">
              <a:ext uri="{FF2B5EF4-FFF2-40B4-BE49-F238E27FC236}">
                <a16:creationId xmlns:a16="http://schemas.microsoft.com/office/drawing/2014/main" id="{A53B5E57-4F0B-4011-8C5D-FA2A31402C83}"/>
              </a:ext>
            </a:extLst>
          </p:cNvPr>
          <p:cNvSpPr>
            <a:spLocks xmlns:a="http://schemas.openxmlformats.org/drawingml/2006/main" noGrp="1"/>
          </p:cNvSpPr>
          <p:nvPr/>
        </p:nvSpPr>
        <p:spPr>
          <a:xfrm xmlns:a="http://schemas.openxmlformats.org/drawingml/2006/main">
            <a:off x="685800" y="3371850"/>
            <a:ext cx="523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73C33"/>
                </a:solidFill>
                <a:latin typeface="Noto Sans"/>
                <a:ea typeface="Noto Sans"/>
                <a:cs typeface="Noto Sans"/>
              </a:defRPr>
            </a:defPPr>
          </a:lstStyle>
          <a:p xmlns:a="http://schemas.openxmlformats.org/drawingml/2006/main">
            <a:pPr>
              <a:defRPr sz="2325" b="1">
                <a:solidFill>
                  <a:srgbClr val="173C33"/>
                </a:solidFill>
                <a:latin typeface="Noto Sans"/>
                <a:ea typeface="Noto Sans"/>
                <a:cs typeface="Noto Sans"/>
              </a:defRPr>
            </a:pPr>
            <a:r>
              <a:rPr sz="2325" b="1">
                <a:solidFill>
                  <a:srgbClr val="173C33"/>
                </a:solidFill>
                <a:latin typeface="Noto Sans"/>
                <a:ea typeface="Noto Sans"/>
                <a:cs typeface="Noto Sans"/>
              </a:rPr>
              <a:t>Unknowns remain explicit</a:t>
            </a:r>
          </a:p>
        </p:txBody>
      </p:sp>
      <p:sp>
        <p:nvSpPr>
          <p:cNvPr id="7" name="feature-2">
            <a:extLst xmlns:a="http://schemas.openxmlformats.org/drawingml/2006/main">
              <a:ext uri="{FF2B5EF4-FFF2-40B4-BE49-F238E27FC236}">
                <a16:creationId xmlns:a16="http://schemas.microsoft.com/office/drawing/2014/main" id="{61CB9D56-E66E-425A-8048-50B574A502F7}"/>
              </a:ext>
            </a:extLst>
          </p:cNvPr>
          <p:cNvSpPr>
            <a:spLocks xmlns:a="http://schemas.openxmlformats.org/drawingml/2006/main" noGrp="1"/>
          </p:cNvSpPr>
          <p:nvPr/>
        </p:nvSpPr>
        <p:spPr>
          <a:xfrm xmlns:a="http://schemas.openxmlformats.org/drawingml/2006/main">
            <a:off x="685800" y="3895725"/>
            <a:ext cx="5238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33473D"/>
                </a:solidFill>
                <a:latin typeface="Noto Sans"/>
                <a:ea typeface="Noto Sans"/>
                <a:cs typeface="Noto Sans"/>
              </a:defRPr>
            </a:defPPr>
          </a:lstStyle>
          <a:p xmlns:a="http://schemas.openxmlformats.org/drawingml/2006/main">
            <a:pPr>
              <a:defRPr sz="2025" b="0">
                <a:solidFill>
                  <a:srgbClr val="33473D"/>
                </a:solidFill>
                <a:latin typeface="Noto Sans"/>
                <a:ea typeface="Noto Sans"/>
                <a:cs typeface="Noto Sans"/>
              </a:defRPr>
            </a:pPr>
            <a:r>
              <a:rPr sz="2025" b="0">
                <a:solidFill>
                  <a:srgbClr val="33473D"/>
                </a:solidFill>
                <a:latin typeface="Noto Sans"/>
                <a:ea typeface="Noto Sans"/>
                <a:cs typeface="Noto Sans"/>
              </a:rPr>
              <a:t>Tentative joins and conflicting claims</a:t>
            </a:r>
          </a:p>
          <a:p xmlns:a="http://schemas.openxmlformats.org/drawingml/2006/main">
            <a:pPr>
              <a:defRPr sz="2025" b="0">
                <a:solidFill>
                  <a:srgbClr val="33473D"/>
                </a:solidFill>
                <a:latin typeface="Noto Sans"/>
                <a:ea typeface="Noto Sans"/>
                <a:cs typeface="Noto Sans"/>
              </a:defRPr>
            </a:pPr>
            <a:r>
              <a:rPr sz="2025" b="0">
                <a:solidFill>
                  <a:srgbClr val="33473D"/>
                </a:solidFill>
                <a:latin typeface="Noto Sans"/>
                <a:ea typeface="Noto Sans"/>
                <a:cs typeface="Noto Sans"/>
              </a:rPr>
              <a:t>require review instead of silent replacement.</a:t>
            </a:r>
          </a:p>
        </p:txBody>
      </p:sp>
      <p:sp>
        <p:nvSpPr>
          <p:cNvPr id="8" name="method-title">
            <a:extLst xmlns:a="http://schemas.openxmlformats.org/drawingml/2006/main">
              <a:ext uri="{FF2B5EF4-FFF2-40B4-BE49-F238E27FC236}">
                <a16:creationId xmlns:a16="http://schemas.microsoft.com/office/drawing/2014/main" id="{C8DE6B20-82E5-443A-9B3A-35A4FFFE8D98}"/>
              </a:ext>
            </a:extLst>
          </p:cNvPr>
          <p:cNvSpPr>
            <a:spLocks xmlns:a="http://schemas.openxmlformats.org/drawingml/2006/main" noGrp="1"/>
          </p:cNvSpPr>
          <p:nvPr/>
        </p:nvSpPr>
        <p:spPr>
          <a:xfrm xmlns:a="http://schemas.openxmlformats.org/drawingml/2006/main">
            <a:off x="6619875" y="1647825"/>
            <a:ext cx="4857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73C33"/>
                </a:solidFill>
                <a:latin typeface="Noto Sans"/>
                <a:ea typeface="Noto Sans"/>
                <a:cs typeface="Noto Sans"/>
              </a:defRPr>
            </a:defPPr>
          </a:lstStyle>
          <a:p xmlns:a="http://schemas.openxmlformats.org/drawingml/2006/main">
            <a:pPr>
              <a:defRPr sz="2250" b="1">
                <a:solidFill>
                  <a:srgbClr val="173C33"/>
                </a:solidFill>
                <a:latin typeface="Noto Sans"/>
                <a:ea typeface="Noto Sans"/>
                <a:cs typeface="Noto Sans"/>
              </a:defRPr>
            </a:pPr>
            <a:r>
              <a:rPr sz="2250" b="1">
                <a:solidFill>
                  <a:srgbClr val="173C33"/>
                </a:solidFill>
                <a:latin typeface="Noto Sans"/>
                <a:ea typeface="Noto Sans"/>
                <a:cs typeface="Noto Sans"/>
              </a:rPr>
              <a:t>Transparent analytical methods</a:t>
            </a:r>
          </a:p>
        </p:txBody>
      </p:sp>
      <p:sp>
        <p:nvSpPr>
          <p:cNvPr id="9" name="methods">
            <a:extLst xmlns:a="http://schemas.openxmlformats.org/drawingml/2006/main">
              <a:ext uri="{FF2B5EF4-FFF2-40B4-BE49-F238E27FC236}">
                <a16:creationId xmlns:a16="http://schemas.microsoft.com/office/drawing/2014/main" id="{F0EFF496-0408-404F-B584-8B6BA8BBE357}"/>
              </a:ext>
            </a:extLst>
          </p:cNvPr>
          <p:cNvSpPr>
            <a:spLocks xmlns:a="http://schemas.openxmlformats.org/drawingml/2006/main" noGrp="1"/>
          </p:cNvSpPr>
          <p:nvPr/>
        </p:nvSpPr>
        <p:spPr>
          <a:xfrm xmlns:a="http://schemas.openxmlformats.org/drawingml/2006/main">
            <a:off x="6619875" y="2209800"/>
            <a:ext cx="4857750" cy="1847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33473D"/>
                </a:solidFill>
                <a:latin typeface="Noto Sans"/>
                <a:ea typeface="Noto Sans"/>
                <a:cs typeface="Noto Sans"/>
              </a:defRPr>
            </a:defPPr>
          </a:lstStyle>
          <a:p xmlns:a="http://schemas.openxmlformats.org/drawingml/2006/main">
            <a:pPr>
              <a:defRPr sz="1950" b="0">
                <a:solidFill>
                  <a:srgbClr val="33473D"/>
                </a:solidFill>
                <a:latin typeface="Noto Sans"/>
                <a:ea typeface="Noto Sans"/>
                <a:cs typeface="Noto Sans"/>
              </a:defRPr>
            </a:pPr>
            <a:r>
              <a:rPr sz="1950" b="0">
                <a:solidFill>
                  <a:srgbClr val="33473D"/>
                </a:solidFill>
                <a:latin typeface="Noto Sans"/>
                <a:ea typeface="Noto Sans"/>
                <a:cs typeface="Noto Sans"/>
              </a:rPr>
              <a:t>Graph routes on supplied networks</a:t>
            </a:r>
          </a:p>
          <a:p xmlns:a="http://schemas.openxmlformats.org/drawingml/2006/main">
            <a:pPr>
              <a:defRPr sz="1950" b="0">
                <a:solidFill>
                  <a:srgbClr val="33473D"/>
                </a:solidFill>
                <a:latin typeface="Noto Sans"/>
                <a:ea typeface="Noto Sans"/>
                <a:cs typeface="Noto Sans"/>
              </a:defRPr>
            </a:pPr>
            <a:r>
              <a:rPr sz="1950" b="0">
                <a:solidFill>
                  <a:srgbClr val="33473D"/>
                </a:solidFill>
                <a:latin typeface="Noto Sans"/>
                <a:ea typeface="Noto Sans"/>
                <a:cs typeface="Noto Sans"/>
              </a:rPr>
              <a:t>Score intervals and weight sensitivity</a:t>
            </a:r>
          </a:p>
          <a:p xmlns:a="http://schemas.openxmlformats.org/drawingml/2006/main">
            <a:pPr>
              <a:defRPr sz="1950" b="0">
                <a:solidFill>
                  <a:srgbClr val="33473D"/>
                </a:solidFill>
                <a:latin typeface="Noto Sans"/>
                <a:ea typeface="Noto Sans"/>
                <a:cs typeface="Noto Sans"/>
              </a:defRPr>
            </a:pPr>
            <a:r>
              <a:rPr sz="1950" b="0">
                <a:solidFill>
                  <a:srgbClr val="33473D"/>
                </a:solidFill>
                <a:latin typeface="Noto Sans"/>
                <a:ea typeface="Noto Sans"/>
                <a:cs typeface="Noto Sans"/>
              </a:rPr>
              <a:t>Cited search with unsupported-query abstention</a:t>
            </a:r>
          </a:p>
        </p:txBody>
      </p:sp>
      <p:sp>
        <p:nvSpPr>
          <p:cNvPr id="10" name="existing">
            <a:extLst xmlns:a="http://schemas.openxmlformats.org/drawingml/2006/main">
              <a:ext uri="{FF2B5EF4-FFF2-40B4-BE49-F238E27FC236}">
                <a16:creationId xmlns:a16="http://schemas.microsoft.com/office/drawing/2014/main" id="{0AADC518-0F46-4E4A-BB0F-A5332EAB3F5A}"/>
              </a:ext>
            </a:extLst>
          </p:cNvPr>
          <p:cNvSpPr>
            <a:spLocks xmlns:a="http://schemas.openxmlformats.org/drawingml/2006/main" noGrp="1"/>
          </p:cNvSpPr>
          <p:nvPr/>
        </p:nvSpPr>
        <p:spPr>
          <a:xfrm xmlns:a="http://schemas.openxmlformats.org/drawingml/2006/main">
            <a:off x="685800" y="5267325"/>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64746C"/>
                </a:solidFill>
                <a:latin typeface="Noto Sans"/>
                <a:ea typeface="Noto Sans"/>
                <a:cs typeface="Noto Sans"/>
              </a:defRPr>
            </a:defPPr>
          </a:lstStyle>
          <a:p xmlns:a="http://schemas.openxmlformats.org/drawingml/2006/main">
            <a:pPr>
              <a:defRPr sz="1800" b="0">
                <a:solidFill>
                  <a:srgbClr val="64746C"/>
                </a:solidFill>
                <a:latin typeface="Noto Sans"/>
                <a:ea typeface="Noto Sans"/>
                <a:cs typeface="Noto Sans"/>
              </a:defRPr>
            </a:pPr>
            <a:r>
              <a:rPr sz="1800" b="0">
                <a:solidFill>
                  <a:srgbClr val="64746C"/>
                </a:solidFill>
                <a:latin typeface="Noto Sans"/>
                <a:ea typeface="Noto Sans"/>
                <a:cs typeface="Noto Sans"/>
              </a:rPr>
              <a:t>Existing SRA GIS, SBM monitoring and Swachhata are prior art.</a:t>
            </a:r>
          </a:p>
          <a:p xmlns:a="http://schemas.openxmlformats.org/drawingml/2006/main">
            <a:pPr>
              <a:defRPr sz="1800" b="0">
                <a:solidFill>
                  <a:srgbClr val="64746C"/>
                </a:solidFill>
                <a:latin typeface="Noto Sans"/>
                <a:ea typeface="Noto Sans"/>
                <a:cs typeface="Noto Sans"/>
              </a:defRPr>
            </a:pPr>
            <a:r>
              <a:rPr sz="1800" b="0">
                <a:solidFill>
                  <a:srgbClr val="64746C"/>
                </a:solidFill>
                <a:latin typeface="Noto Sans"/>
                <a:ea typeface="Noto Sans"/>
                <a:cs typeface="Noto Sans"/>
              </a:rPr>
              <a:t>Local workflow benefit is unvalidated. Browser and field checks remain pending.</a:t>
            </a:r>
          </a:p>
        </p:txBody>
      </p:sp>
    </p:spTree>
    <p:extLst>
      <p:ext uri="{BB962C8B-B14F-4D97-AF65-F5344CB8AC3E}">
        <p14:creationId xmlns:p14="http://schemas.microsoft.com/office/powerpoint/2010/main" val="1301554647"/>
      </p:ext>
    </p:extLst>
  </p:cSld>
</p:sld>
</file>

<file path=ppt/slides/slide4.xml><?xml version="1.0" encoding="utf-8"?>
<p:sld xmlns:p="http://schemas.openxmlformats.org/presentationml/2006/main">
  <p:cSld>
    <p:bg>
      <p:bgPr>
        <a:solidFill xmlns:a="http://schemas.openxmlformats.org/drawingml/2006/main">
          <a:srgbClr val="F8F7F0"/>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1B0D02FB-1B94-4A31-8B8E-C8C872B09BAF}"/>
              </a:ext>
            </a:extLst>
          </p:cNvPr>
          <p:cNvSpPr>
            <a:spLocks xmlns:a="http://schemas.openxmlformats.org/drawingml/2006/main" noGrp="1"/>
          </p:cNvSpPr>
          <p:nvPr/>
        </p:nvSpPr>
        <p:spPr>
          <a:xfrm xmlns:a="http://schemas.openxmlformats.org/drawingml/2006/main">
            <a:off x="685800" y="552450"/>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3C33"/>
                </a:solidFill>
                <a:latin typeface="Noto Sans"/>
                <a:ea typeface="Noto Sans"/>
                <a:cs typeface="Noto Sans"/>
              </a:defRPr>
            </a:defPPr>
          </a:lstStyle>
          <a:p xmlns:a="http://schemas.openxmlformats.org/drawingml/2006/main">
            <a:pPr>
              <a:defRPr sz="3300" b="1">
                <a:solidFill>
                  <a:srgbClr val="173C33"/>
                </a:solidFill>
                <a:latin typeface="Noto Sans"/>
                <a:ea typeface="Noto Sans"/>
                <a:cs typeface="Noto Sans"/>
              </a:defRPr>
            </a:pPr>
            <a:r>
              <a:rPr sz="3300" b="1">
                <a:solidFill>
                  <a:srgbClr val="173C33"/>
                </a:solidFill>
                <a:latin typeface="Noto Sans"/>
                <a:ea typeface="Noto Sans"/>
                <a:cs typeface="Noto Sans"/>
              </a:rPr>
              <a:t>A bounded 90-day trial</a:t>
            </a:r>
          </a:p>
        </p:txBody>
      </p:sp>
      <p:sp>
        <p:nvSpPr>
          <p:cNvPr id="2" name="page-number">
            <a:extLst xmlns:a="http://schemas.openxmlformats.org/drawingml/2006/main">
              <a:ext uri="{FF2B5EF4-FFF2-40B4-BE49-F238E27FC236}">
                <a16:creationId xmlns:a16="http://schemas.microsoft.com/office/drawing/2014/main" id="{143A3A67-431A-4AD7-9E5E-2EE8A133DFCB}"/>
              </a:ext>
            </a:extLst>
          </p:cNvPr>
          <p:cNvSpPr>
            <a:spLocks xmlns:a="http://schemas.openxmlformats.org/drawingml/2006/main" noGrp="1"/>
          </p:cNvSpPr>
          <p:nvPr/>
        </p:nvSpPr>
        <p:spPr>
          <a:xfrm xmlns:a="http://schemas.openxmlformats.org/drawingml/2006/main">
            <a:off x="11001375" y="6353175"/>
            <a:ext cx="5048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4746C"/>
                </a:solidFill>
                <a:latin typeface="Noto Sans"/>
                <a:ea typeface="Noto Sans"/>
                <a:cs typeface="Noto Sans"/>
              </a:defRPr>
            </a:defPPr>
          </a:lstStyle>
          <a:p xmlns:a="http://schemas.openxmlformats.org/drawingml/2006/main">
            <a:pPr>
              <a:defRPr sz="1350" b="0">
                <a:solidFill>
                  <a:srgbClr val="64746C"/>
                </a:solidFill>
                <a:latin typeface="Noto Sans"/>
                <a:ea typeface="Noto Sans"/>
                <a:cs typeface="Noto Sans"/>
              </a:defRPr>
            </a:pPr>
            <a:r>
              <a:rPr sz="1350" b="0">
                <a:solidFill>
                  <a:srgbClr val="64746C"/>
                </a:solidFill>
                <a:latin typeface="Noto Sans"/>
                <a:ea typeface="Noto Sans"/>
                <a:cs typeface="Noto Sans"/>
              </a:rPr>
              <a:t>04</a:t>
            </a:r>
          </a:p>
        </p:txBody>
      </p:sp>
      <p:sp>
        <p:nvSpPr>
          <p:cNvPr id="3" name="section">
            <a:extLst xmlns:a="http://schemas.openxmlformats.org/drawingml/2006/main">
              <a:ext uri="{FF2B5EF4-FFF2-40B4-BE49-F238E27FC236}">
                <a16:creationId xmlns:a16="http://schemas.microsoft.com/office/drawing/2014/main" id="{F87C03AD-C800-46EB-BE5C-8495274D55DD}"/>
              </a:ext>
            </a:extLst>
          </p:cNvPr>
          <p:cNvSpPr>
            <a:spLocks xmlns:a="http://schemas.openxmlformats.org/drawingml/2006/main" noGrp="1"/>
          </p:cNvSpPr>
          <p:nvPr/>
        </p:nvSpPr>
        <p:spPr>
          <a:xfrm xmlns:a="http://schemas.openxmlformats.org/drawingml/2006/main">
            <a:off x="685800" y="63531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4746C"/>
                </a:solidFill>
                <a:latin typeface="Noto Sans"/>
                <a:ea typeface="Noto Sans"/>
                <a:cs typeface="Noto Sans"/>
              </a:defRPr>
            </a:defPPr>
          </a:lstStyle>
          <a:p xmlns:a="http://schemas.openxmlformats.org/drawingml/2006/main">
            <a:pPr>
              <a:defRPr sz="1350" b="0">
                <a:solidFill>
                  <a:srgbClr val="64746C"/>
                </a:solidFill>
                <a:latin typeface="Noto Sans"/>
                <a:ea typeface="Noto Sans"/>
                <a:cs typeface="Noto Sans"/>
              </a:defRPr>
            </a:pPr>
            <a:r>
              <a:rPr sz="1350" b="0">
                <a:solidFill>
                  <a:srgbClr val="64746C"/>
                </a:solidFill>
                <a:latin typeface="Noto Sans"/>
                <a:ea typeface="Noto Sans"/>
                <a:cs typeface="Noto Sans"/>
              </a:rPr>
              <a:t>Feasibility and implementation</a:t>
            </a:r>
          </a:p>
        </p:txBody>
      </p:sp>
      <p:sp>
        <p:nvSpPr>
          <p:cNvPr id="4" name="sponsor">
            <a:extLst xmlns:a="http://schemas.openxmlformats.org/drawingml/2006/main">
              <a:ext uri="{FF2B5EF4-FFF2-40B4-BE49-F238E27FC236}">
                <a16:creationId xmlns:a16="http://schemas.microsoft.com/office/drawing/2014/main" id="{D9369B6F-5670-4848-946E-6AE15BC74D58}"/>
              </a:ext>
            </a:extLst>
          </p:cNvPr>
          <p:cNvSpPr>
            <a:spLocks xmlns:a="http://schemas.openxmlformats.org/drawingml/2006/main" noGrp="1"/>
          </p:cNvSpPr>
          <p:nvPr/>
        </p:nvSpPr>
        <p:spPr>
          <a:xfrm xmlns:a="http://schemas.openxmlformats.org/drawingml/2006/main">
            <a:off x="685800" y="150495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33473D"/>
                </a:solidFill>
                <a:latin typeface="Noto Sans"/>
                <a:ea typeface="Noto Sans"/>
                <a:cs typeface="Noto Sans"/>
              </a:defRPr>
            </a:defPPr>
          </a:lstStyle>
          <a:p xmlns:a="http://schemas.openxmlformats.org/drawingml/2006/main">
            <a:pPr>
              <a:defRPr sz="2025" b="0">
                <a:solidFill>
                  <a:srgbClr val="33473D"/>
                </a:solidFill>
                <a:latin typeface="Noto Sans"/>
                <a:ea typeface="Noto Sans"/>
                <a:cs typeface="Noto Sans"/>
              </a:defRPr>
            </a:pPr>
            <a:r>
              <a:rPr sz="2025" b="0">
                <a:solidFill>
                  <a:srgbClr val="33473D"/>
                </a:solidFill>
                <a:latin typeface="Noto Sans"/>
                <a:ea typeface="Noto Sans"/>
                <a:cs typeface="Noto Sans"/>
              </a:rPr>
              <a:t>Prospective sponsor: BMC M/E ward, service department and actual operator</a:t>
            </a:r>
          </a:p>
        </p:txBody>
      </p:sp>
      <p:graphicFrame>
        <p:nvGraphicFramePr>
          <p:cNvPr id="5" name="">
            <a:extLst xmlns:a="http://schemas.openxmlformats.org/drawingml/2006/main">
              <a:ext uri="{FF2B5EF4-FFF2-40B4-BE49-F238E27FC236}">
                <a16:creationId xmlns:a16="http://schemas.microsoft.com/office/drawing/2014/main" id="{5B6DE0D2-49E7-426A-867E-CC52EE2D61C2}"/>
              </a:ext>
            </a:extLst>
          </p:cNvPr>
          <p:cNvGraphicFramePr/>
          <p:nvPr/>
        </p:nvGraphicFramePr>
        <p:xfrm>
          <a:off xmlns:a="http://schemas.openxmlformats.org/drawingml/2006/main" x="685800" y="2333625"/>
          <a:ext xmlns:a="http://schemas.openxmlformats.org/drawingml/2006/main" cx="10820400" cy="3143250"/>
        </p:xfrm>
        <a:graphic xmlns:a="http://schemas.openxmlformats.org/drawingml/2006/main">
          <a:graphicData uri="http://schemas.openxmlformats.org/drawingml/2006/table">
            <a:tbl>
              <a:tblPr/>
              <a:tblGrid>
                <a:gridCol w="1714500"/>
                <a:gridCol w="5619750"/>
                <a:gridCol w="3486150"/>
              </a:tblGrid>
              <a:tr h="785813">
                <a:tc>
                  <a:txBody>
                    <a:bodyPr/>
                    <a:lstStyle/>
                    <a:p>
                      <a:r>
                        <a:rPr sz="1800" b="1">
                          <a:solidFill>
                            <a:srgbClr val="FFFFFF"/>
                          </a:solidFill>
                          <a:latin typeface="Noto Sans"/>
                          <a:ea typeface="Noto Sans"/>
                          <a:cs typeface="Noto Sans"/>
                        </a:rPr>
                        <a:t>Window</a:t>
                      </a:r>
                    </a:p>
                  </a:txBody>
                  <a:tcPr marL="114300" marR="114300" marT="95250" marB="95250">
                    <a:lnL w="9525">
                      <a:solidFill>
                        <a:srgbClr val="D6DED5"/>
                      </a:solidFill>
                      <a:prstDash val="solid"/>
                    </a:lnL>
                    <a:lnR w="9525">
                      <a:solidFill>
                        <a:srgbClr val="D6DED5"/>
                      </a:solidFill>
                      <a:prstDash val="solid"/>
                    </a:lnR>
                    <a:lnT w="9525">
                      <a:solidFill>
                        <a:srgbClr val="D6DED5"/>
                      </a:solidFill>
                      <a:prstDash val="solid"/>
                    </a:lnT>
                    <a:lnB w="9525">
                      <a:solidFill>
                        <a:srgbClr val="D6DED5"/>
                      </a:solidFill>
                      <a:prstDash val="solid"/>
                    </a:lnB>
                    <a:solidFill>
                      <a:srgbClr val="173C33"/>
                    </a:solidFill>
                  </a:tcPr>
                </a:tc>
                <a:tc>
                  <a:txBody>
                    <a:bodyPr/>
                    <a:lstStyle/>
                    <a:p>
                      <a:r>
                        <a:rPr sz="1800" b="1">
                          <a:solidFill>
                            <a:srgbClr val="FFFFFF"/>
                          </a:solidFill>
                          <a:latin typeface="Noto Sans"/>
                          <a:ea typeface="Noto Sans"/>
                          <a:cs typeface="Noto Sans"/>
                        </a:rPr>
                        <a:t>Proposed work</a:t>
                      </a:r>
                    </a:p>
                  </a:txBody>
                  <a:tcPr marL="114300" marR="114300" marT="95250" marB="95250">
                    <a:lnR w="9525">
                      <a:solidFill>
                        <a:srgbClr val="D6DED5"/>
                      </a:solidFill>
                      <a:prstDash val="solid"/>
                    </a:lnR>
                    <a:lnT w="9525">
                      <a:solidFill>
                        <a:srgbClr val="D6DED5"/>
                      </a:solidFill>
                      <a:prstDash val="solid"/>
                    </a:lnT>
                    <a:lnB w="9525">
                      <a:solidFill>
                        <a:srgbClr val="D6DED5"/>
                      </a:solidFill>
                      <a:prstDash val="solid"/>
                    </a:lnB>
                    <a:solidFill>
                      <a:srgbClr val="173C33"/>
                    </a:solidFill>
                  </a:tcPr>
                </a:tc>
                <a:tc>
                  <a:txBody>
                    <a:bodyPr/>
                    <a:lstStyle/>
                    <a:p>
                      <a:r>
                        <a:rPr sz="1800" b="1">
                          <a:solidFill>
                            <a:srgbClr val="FFFFFF"/>
                          </a:solidFill>
                          <a:latin typeface="Noto Sans"/>
                          <a:ea typeface="Noto Sans"/>
                          <a:cs typeface="Noto Sans"/>
                        </a:rPr>
                        <a:t>Decision gate</a:t>
                      </a:r>
                    </a:p>
                  </a:txBody>
                  <a:tcPr marL="114300" marR="114300" marT="95250" marB="95250">
                    <a:lnR w="9525">
                      <a:solidFill>
                        <a:srgbClr val="D6DED5"/>
                      </a:solidFill>
                      <a:prstDash val="solid"/>
                    </a:lnR>
                    <a:lnT w="9525">
                      <a:solidFill>
                        <a:srgbClr val="D6DED5"/>
                      </a:solidFill>
                      <a:prstDash val="solid"/>
                    </a:lnT>
                    <a:lnB w="9525">
                      <a:solidFill>
                        <a:srgbClr val="D6DED5"/>
                      </a:solidFill>
                      <a:prstDash val="solid"/>
                    </a:lnB>
                    <a:solidFill>
                      <a:srgbClr val="173C33"/>
                    </a:solidFill>
                  </a:tcPr>
                </a:tc>
              </a:tr>
              <a:tr h="785813">
                <a:tc>
                  <a:txBody>
                    <a:bodyPr/>
                    <a:lstStyle/>
                    <a:p>
                      <a:r>
                        <a:rPr sz="1800">
                          <a:solidFill>
                            <a:srgbClr val="33473D"/>
                          </a:solidFill>
                          <a:latin typeface="Noto Sans"/>
                          <a:ea typeface="Noto Sans"/>
                          <a:cs typeface="Noto Sans"/>
                        </a:rPr>
                        <a:t>Days 1–30</a:t>
                      </a:r>
                    </a:p>
                  </a:txBody>
                  <a:tcPr marL="114300" marR="114300" marT="95250" marB="95250">
                    <a:lnL w="9525">
                      <a:solidFill>
                        <a:srgbClr val="D6DED5"/>
                      </a:solidFill>
                      <a:prstDash val="solid"/>
                    </a:lnL>
                    <a:lnR w="9525">
                      <a:solidFill>
                        <a:srgbClr val="D6DED5"/>
                      </a:solidFill>
                      <a:prstDash val="solid"/>
                    </a:lnR>
                    <a:lnB w="9525">
                      <a:solidFill>
                        <a:srgbClr val="D6DED5"/>
                      </a:solidFill>
                      <a:prstDash val="solid"/>
                    </a:lnB>
                    <a:solidFill>
                      <a:srgbClr val="FFFFFF"/>
                    </a:solidFill>
                  </a:tcPr>
                </a:tc>
                <a:tc>
                  <a:txBody>
                    <a:bodyPr/>
                    <a:lstStyle/>
                    <a:p>
                      <a:r>
                        <a:rPr sz="1800">
                          <a:solidFill>
                            <a:srgbClr val="33473D"/>
                          </a:solidFill>
                          <a:latin typeface="Noto Sans"/>
                          <a:ea typeface="Noto Sans"/>
                          <a:cs typeface="Noto Sans"/>
                        </a:rPr>
                        <a:t>Agree lawful records and current boundary.</a:t>
                      </a:r>
                    </a:p>
                    <a:p>
                      <a:r>
                        <a:rPr sz="1800">
                          <a:solidFill>
                            <a:srgbClr val="33473D"/>
                          </a:solidFill>
                          <a:latin typeface="Noto Sans"/>
                          <a:ea typeface="Noto Sans"/>
                          <a:cs typeface="Noto Sans"/>
                        </a:rPr>
                        <a:t>Observe the existing review task.</a:t>
                      </a:r>
                    </a:p>
                  </a:txBody>
                  <a:tcPr marL="114300" marR="114300" marT="95250" marB="95250">
                    <a:lnR w="9525">
                      <a:solidFill>
                        <a:srgbClr val="D6DED5"/>
                      </a:solidFill>
                      <a:prstDash val="solid"/>
                    </a:lnR>
                    <a:lnB w="9525">
                      <a:solidFill>
                        <a:srgbClr val="D6DED5"/>
                      </a:solidFill>
                      <a:prstDash val="solid"/>
                    </a:lnB>
                    <a:solidFill>
                      <a:srgbClr val="FFFFFF"/>
                    </a:solidFill>
                  </a:tcPr>
                </a:tc>
                <a:tc>
                  <a:txBody>
                    <a:bodyPr/>
                    <a:lstStyle/>
                    <a:p>
                      <a:r>
                        <a:rPr sz="1800">
                          <a:solidFill>
                            <a:srgbClr val="33473D"/>
                          </a:solidFill>
                          <a:latin typeface="Noto Sans"/>
                          <a:ea typeface="Noto Sans"/>
                          <a:cs typeface="Noto Sans"/>
                        </a:rPr>
                        <a:t>Named owner and</a:t>
                      </a:r>
                    </a:p>
                    <a:p>
                      <a:r>
                        <a:rPr sz="1800">
                          <a:solidFill>
                            <a:srgbClr val="33473D"/>
                          </a:solidFill>
                          <a:latin typeface="Noto Sans"/>
                          <a:ea typeface="Noto Sans"/>
                          <a:cs typeface="Noto Sans"/>
                        </a:rPr>
                        <a:t>independent baseline</a:t>
                      </a:r>
                    </a:p>
                  </a:txBody>
                  <a:tcPr marL="114300" marR="114300" marT="95250" marB="95250">
                    <a:lnR w="9525">
                      <a:solidFill>
                        <a:srgbClr val="D6DED5"/>
                      </a:solidFill>
                      <a:prstDash val="solid"/>
                    </a:lnR>
                    <a:lnB w="9525">
                      <a:solidFill>
                        <a:srgbClr val="D6DED5"/>
                      </a:solidFill>
                      <a:prstDash val="solid"/>
                    </a:lnB>
                    <a:solidFill>
                      <a:srgbClr val="FFFFFF"/>
                    </a:solidFill>
                  </a:tcPr>
                </a:tc>
              </a:tr>
              <a:tr h="785813">
                <a:tc>
                  <a:txBody>
                    <a:bodyPr/>
                    <a:lstStyle/>
                    <a:p>
                      <a:r>
                        <a:rPr sz="1800">
                          <a:solidFill>
                            <a:srgbClr val="33473D"/>
                          </a:solidFill>
                          <a:latin typeface="Noto Sans"/>
                          <a:ea typeface="Noto Sans"/>
                          <a:cs typeface="Noto Sans"/>
                        </a:rPr>
                        <a:t>Days 31–60</a:t>
                      </a:r>
                    </a:p>
                  </a:txBody>
                  <a:tcPr marL="114300" marR="114300" marT="95250" marB="95250">
                    <a:lnL w="9525">
                      <a:solidFill>
                        <a:srgbClr val="D6DED5"/>
                      </a:solidFill>
                      <a:prstDash val="solid"/>
                    </a:lnL>
                    <a:lnR w="9525">
                      <a:solidFill>
                        <a:srgbClr val="D6DED5"/>
                      </a:solidFill>
                      <a:prstDash val="solid"/>
                    </a:lnR>
                    <a:lnB w="9525">
                      <a:solidFill>
                        <a:srgbClr val="D6DED5"/>
                      </a:solidFill>
                      <a:prstDash val="solid"/>
                    </a:lnB>
                    <a:solidFill>
                      <a:srgbClr val="FFFFFF"/>
                    </a:solidFill>
                  </a:tcPr>
                </a:tc>
                <a:tc>
                  <a:txBody>
                    <a:bodyPr/>
                    <a:lstStyle/>
                    <a:p>
                      <a:r>
                        <a:rPr sz="1800">
                          <a:solidFill>
                            <a:srgbClr val="33473D"/>
                          </a:solidFill>
                          <a:latin typeface="Noto Sans"/>
                          <a:ea typeface="Noto Sans"/>
                          <a:cs typeface="Noto Sans"/>
                        </a:rPr>
                        <a:t>Aim for 20 public assets and</a:t>
                      </a:r>
                    </a:p>
                    <a:p>
                      <a:r>
                        <a:rPr sz="1800">
                          <a:solidFill>
                            <a:srgbClr val="33473D"/>
                          </a:solidFill>
                          <a:latin typeface="Noto Sans"/>
                          <a:ea typeface="Noto Sans"/>
                          <a:cs typeface="Noto Sans"/>
                        </a:rPr>
                        <a:t>three rounds totalling 60 observations.</a:t>
                      </a:r>
                    </a:p>
                  </a:txBody>
                  <a:tcPr marL="114300" marR="114300" marT="95250" marB="95250">
                    <a:lnR w="9525">
                      <a:solidFill>
                        <a:srgbClr val="D6DED5"/>
                      </a:solidFill>
                      <a:prstDash val="solid"/>
                    </a:lnR>
                    <a:lnB w="9525">
                      <a:solidFill>
                        <a:srgbClr val="D6DED5"/>
                      </a:solidFill>
                      <a:prstDash val="solid"/>
                    </a:lnB>
                    <a:solidFill>
                      <a:srgbClr val="FFFFFF"/>
                    </a:solidFill>
                  </a:tcPr>
                </a:tc>
                <a:tc>
                  <a:txBody>
                    <a:bodyPr/>
                    <a:lstStyle/>
                    <a:p>
                      <a:r>
                        <a:rPr sz="1800">
                          <a:solidFill>
                            <a:srgbClr val="33473D"/>
                          </a:solidFill>
                          <a:latin typeface="Noto Sans"/>
                          <a:ea typeface="Noto Sans"/>
                          <a:cs typeface="Noto Sans"/>
                        </a:rPr>
                        <a:t>Record failed visits</a:t>
                      </a:r>
                    </a:p>
                    <a:p>
                      <a:r>
                        <a:rPr sz="1800">
                          <a:solidFill>
                            <a:srgbClr val="33473D"/>
                          </a:solidFill>
                          <a:latin typeface="Noto Sans"/>
                          <a:ea typeface="Noto Sans"/>
                          <a:cs typeface="Noto Sans"/>
                        </a:rPr>
                        <a:t>and disagreements</a:t>
                      </a:r>
                    </a:p>
                  </a:txBody>
                  <a:tcPr marL="114300" marR="114300" marT="95250" marB="95250">
                    <a:lnR w="9525">
                      <a:solidFill>
                        <a:srgbClr val="D6DED5"/>
                      </a:solidFill>
                      <a:prstDash val="solid"/>
                    </a:lnR>
                    <a:lnB w="9525">
                      <a:solidFill>
                        <a:srgbClr val="D6DED5"/>
                      </a:solidFill>
                      <a:prstDash val="solid"/>
                    </a:lnB>
                    <a:solidFill>
                      <a:srgbClr val="FFFFFF"/>
                    </a:solidFill>
                  </a:tcPr>
                </a:tc>
              </a:tr>
              <a:tr h="785813">
                <a:tc>
                  <a:txBody>
                    <a:bodyPr/>
                    <a:lstStyle/>
                    <a:p>
                      <a:r>
                        <a:rPr sz="1800">
                          <a:solidFill>
                            <a:srgbClr val="33473D"/>
                          </a:solidFill>
                          <a:latin typeface="Noto Sans"/>
                          <a:ea typeface="Noto Sans"/>
                          <a:cs typeface="Noto Sans"/>
                        </a:rPr>
                        <a:t>Days 61–90</a:t>
                      </a:r>
                    </a:p>
                  </a:txBody>
                  <a:tcPr marL="114300" marR="114300" marT="95250" marB="95250">
                    <a:lnL w="9525">
                      <a:solidFill>
                        <a:srgbClr val="D6DED5"/>
                      </a:solidFill>
                      <a:prstDash val="solid"/>
                    </a:lnL>
                    <a:lnR w="9525">
                      <a:solidFill>
                        <a:srgbClr val="D6DED5"/>
                      </a:solidFill>
                      <a:prstDash val="solid"/>
                    </a:lnR>
                    <a:lnB w="9525">
                      <a:solidFill>
                        <a:srgbClr val="D6DED5"/>
                      </a:solidFill>
                      <a:prstDash val="solid"/>
                    </a:lnB>
                    <a:solidFill>
                      <a:srgbClr val="FFFFFF"/>
                    </a:solidFill>
                  </a:tcPr>
                </a:tc>
                <a:tc>
                  <a:txBody>
                    <a:bodyPr/>
                    <a:lstStyle/>
                    <a:p>
                      <a:r>
                        <a:rPr sz="1800">
                          <a:solidFill>
                            <a:srgbClr val="33473D"/>
                          </a:solidFill>
                          <a:latin typeface="Noto Sans"/>
                          <a:ea typeface="Noto Sans"/>
                          <a:cs typeface="Noto Sans"/>
                        </a:rPr>
                        <a:t>Compare briefs with the current process.</a:t>
                      </a:r>
                    </a:p>
                    <a:p>
                      <a:r>
                        <a:rPr sz="1800">
                          <a:solidFill>
                            <a:srgbClr val="33473D"/>
                          </a:solidFill>
                          <a:latin typeface="Noto Sans"/>
                          <a:ea typeface="Noto Sans"/>
                          <a:cs typeface="Noto Sans"/>
                        </a:rPr>
                        <a:t>Document handover and recurring cost.</a:t>
                      </a:r>
                    </a:p>
                  </a:txBody>
                  <a:tcPr marL="114300" marR="114300" marT="95250" marB="95250">
                    <a:lnR w="9525">
                      <a:solidFill>
                        <a:srgbClr val="D6DED5"/>
                      </a:solidFill>
                      <a:prstDash val="solid"/>
                    </a:lnR>
                    <a:lnB w="9525">
                      <a:solidFill>
                        <a:srgbClr val="D6DED5"/>
                      </a:solidFill>
                      <a:prstDash val="solid"/>
                    </a:lnB>
                    <a:solidFill>
                      <a:srgbClr val="FFFFFF"/>
                    </a:solidFill>
                  </a:tcPr>
                </a:tc>
                <a:tc>
                  <a:txBody>
                    <a:bodyPr/>
                    <a:lstStyle/>
                    <a:p>
                      <a:r>
                        <a:rPr sz="1800">
                          <a:solidFill>
                            <a:srgbClr val="33473D"/>
                          </a:solidFill>
                          <a:latin typeface="Noto Sans"/>
                          <a:ea typeface="Noto Sans"/>
                          <a:cs typeface="Noto Sans"/>
                        </a:rPr>
                        <a:t>Continue, adapt or stop</a:t>
                      </a:r>
                    </a:p>
                    <a:p>
                      <a:r>
                        <a:rPr sz="1800">
                          <a:solidFill>
                            <a:srgbClr val="33473D"/>
                          </a:solidFill>
                          <a:latin typeface="Noto Sans"/>
                          <a:ea typeface="Noto Sans"/>
                          <a:cs typeface="Noto Sans"/>
                        </a:rPr>
                        <a:t>on observed evidence</a:t>
                      </a:r>
                    </a:p>
                  </a:txBody>
                  <a:tcPr marL="114300" marR="114300" marT="95250" marB="95250">
                    <a:lnR w="9525">
                      <a:solidFill>
                        <a:srgbClr val="D6DED5"/>
                      </a:solidFill>
                      <a:prstDash val="solid"/>
                    </a:lnR>
                    <a:lnB w="9525">
                      <a:solidFill>
                        <a:srgbClr val="D6DED5"/>
                      </a:solidFill>
                      <a:prstDash val="solid"/>
                    </a:lnB>
                    <a:solidFill>
                      <a:srgbClr val="FFFFFF"/>
                    </a:solidFill>
                  </a:tcPr>
                </a:tc>
              </a:tr>
            </a:tbl>
          </a:graphicData>
        </a:graphic>
      </p:graphicFrame>
      <p:sp>
        <p:nvSpPr>
          <p:cNvPr id="6" name="trial-boundary">
            <a:extLst xmlns:a="http://schemas.openxmlformats.org/drawingml/2006/main">
              <a:ext uri="{FF2B5EF4-FFF2-40B4-BE49-F238E27FC236}">
                <a16:creationId xmlns:a16="http://schemas.microsoft.com/office/drawing/2014/main" id="{91EDDE5E-FC5A-4B98-9BA9-48CBC2FE9482}"/>
              </a:ext>
            </a:extLst>
          </p:cNvPr>
          <p:cNvSpPr>
            <a:spLocks xmlns:a="http://schemas.openxmlformats.org/drawingml/2006/main" noGrp="1"/>
          </p:cNvSpPr>
          <p:nvPr/>
        </p:nvSpPr>
        <p:spPr>
          <a:xfrm xmlns:a="http://schemas.openxmlformats.org/drawingml/2006/main">
            <a:off x="685800" y="5715000"/>
            <a:ext cx="108204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64746C"/>
                </a:solidFill>
                <a:latin typeface="Noto Sans"/>
                <a:ea typeface="Noto Sans"/>
                <a:cs typeface="Noto Sans"/>
              </a:defRPr>
            </a:defPPr>
          </a:lstStyle>
          <a:p xmlns:a="http://schemas.openxmlformats.org/drawingml/2006/main">
            <a:pPr>
              <a:defRPr sz="1800" b="0">
                <a:solidFill>
                  <a:srgbClr val="64746C"/>
                </a:solidFill>
                <a:latin typeface="Noto Sans"/>
                <a:ea typeface="Noto Sans"/>
                <a:cs typeface="Noto Sans"/>
              </a:defRPr>
            </a:pPr>
            <a:r>
              <a:rPr sz="1800" b="0">
                <a:solidFill>
                  <a:srgbClr val="64746C"/>
                </a:solidFill>
                <a:latin typeface="Noto Sans"/>
                <a:ea typeface="Noto Sans"/>
                <a:cs typeface="Noto Sans"/>
              </a:rPr>
              <a:t>All counts are proposed trial targets. No site, partner or government adoption is confirmed.</a:t>
            </a:r>
          </a:p>
        </p:txBody>
      </p:sp>
    </p:spTree>
    <p:extLst>
      <p:ext uri="{BB962C8B-B14F-4D97-AF65-F5344CB8AC3E}">
        <p14:creationId xmlns:p14="http://schemas.microsoft.com/office/powerpoint/2010/main" val="1059646287"/>
      </p:ext>
    </p:extLst>
  </p:cSld>
</p:sld>
</file>

<file path=ppt/slides/slide5.xml><?xml version="1.0" encoding="utf-8"?>
<p:sld xmlns:p="http://schemas.openxmlformats.org/presentationml/2006/main">
  <p:cSld>
    <p:bg>
      <p:bgPr>
        <a:solidFill xmlns:a="http://schemas.openxmlformats.org/drawingml/2006/main">
          <a:srgbClr val="F8F7F0"/>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D5C054DE-581F-4EE3-BAC7-47E9C62884BA}"/>
              </a:ext>
            </a:extLst>
          </p:cNvPr>
          <p:cNvSpPr>
            <a:spLocks xmlns:a="http://schemas.openxmlformats.org/drawingml/2006/main" noGrp="1"/>
          </p:cNvSpPr>
          <p:nvPr/>
        </p:nvSpPr>
        <p:spPr>
          <a:xfrm xmlns:a="http://schemas.openxmlformats.org/drawingml/2006/main">
            <a:off x="685800" y="552450"/>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3C33"/>
                </a:solidFill>
                <a:latin typeface="Noto Sans"/>
                <a:ea typeface="Noto Sans"/>
                <a:cs typeface="Noto Sans"/>
              </a:defRPr>
            </a:defPPr>
          </a:lstStyle>
          <a:p xmlns:a="http://schemas.openxmlformats.org/drawingml/2006/main">
            <a:pPr>
              <a:defRPr sz="3300" b="1">
                <a:solidFill>
                  <a:srgbClr val="173C33"/>
                </a:solidFill>
                <a:latin typeface="Noto Sans"/>
                <a:ea typeface="Noto Sans"/>
                <a:cs typeface="Noto Sans"/>
              </a:defRPr>
            </a:pPr>
            <a:r>
              <a:rPr sz="3300" b="1">
                <a:solidFill>
                  <a:srgbClr val="173C33"/>
                </a:solidFill>
                <a:latin typeface="Noto Sans"/>
                <a:ea typeface="Noto Sans"/>
                <a:cs typeface="Noto Sans"/>
              </a:rPr>
              <a:t>Impact and scalability</a:t>
            </a:r>
          </a:p>
        </p:txBody>
      </p:sp>
      <p:sp>
        <p:nvSpPr>
          <p:cNvPr id="2" name="page-number">
            <a:extLst xmlns:a="http://schemas.openxmlformats.org/drawingml/2006/main">
              <a:ext uri="{FF2B5EF4-FFF2-40B4-BE49-F238E27FC236}">
                <a16:creationId xmlns:a16="http://schemas.microsoft.com/office/drawing/2014/main" id="{FE0D24BA-A3F9-4516-9C37-250B3E325F85}"/>
              </a:ext>
            </a:extLst>
          </p:cNvPr>
          <p:cNvSpPr>
            <a:spLocks xmlns:a="http://schemas.openxmlformats.org/drawingml/2006/main" noGrp="1"/>
          </p:cNvSpPr>
          <p:nvPr/>
        </p:nvSpPr>
        <p:spPr>
          <a:xfrm xmlns:a="http://schemas.openxmlformats.org/drawingml/2006/main">
            <a:off x="11001375" y="6353175"/>
            <a:ext cx="5048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4746C"/>
                </a:solidFill>
                <a:latin typeface="Noto Sans"/>
                <a:ea typeface="Noto Sans"/>
                <a:cs typeface="Noto Sans"/>
              </a:defRPr>
            </a:defPPr>
          </a:lstStyle>
          <a:p xmlns:a="http://schemas.openxmlformats.org/drawingml/2006/main">
            <a:pPr>
              <a:defRPr sz="1350" b="0">
                <a:solidFill>
                  <a:srgbClr val="64746C"/>
                </a:solidFill>
                <a:latin typeface="Noto Sans"/>
                <a:ea typeface="Noto Sans"/>
                <a:cs typeface="Noto Sans"/>
              </a:defRPr>
            </a:pPr>
            <a:r>
              <a:rPr sz="1350" b="0">
                <a:solidFill>
                  <a:srgbClr val="64746C"/>
                </a:solidFill>
                <a:latin typeface="Noto Sans"/>
                <a:ea typeface="Noto Sans"/>
                <a:cs typeface="Noto Sans"/>
              </a:rPr>
              <a:t>05</a:t>
            </a:r>
          </a:p>
        </p:txBody>
      </p:sp>
      <p:sp>
        <p:nvSpPr>
          <p:cNvPr id="3" name="section">
            <a:extLst xmlns:a="http://schemas.openxmlformats.org/drawingml/2006/main">
              <a:ext uri="{FF2B5EF4-FFF2-40B4-BE49-F238E27FC236}">
                <a16:creationId xmlns:a16="http://schemas.microsoft.com/office/drawing/2014/main" id="{38ED8F22-D29E-4A47-9C63-8D3A77D6774B}"/>
              </a:ext>
            </a:extLst>
          </p:cNvPr>
          <p:cNvSpPr>
            <a:spLocks xmlns:a="http://schemas.openxmlformats.org/drawingml/2006/main" noGrp="1"/>
          </p:cNvSpPr>
          <p:nvPr/>
        </p:nvSpPr>
        <p:spPr>
          <a:xfrm xmlns:a="http://schemas.openxmlformats.org/drawingml/2006/main">
            <a:off x="685800" y="63531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4746C"/>
                </a:solidFill>
                <a:latin typeface="Noto Sans"/>
                <a:ea typeface="Noto Sans"/>
                <a:cs typeface="Noto Sans"/>
              </a:defRPr>
            </a:defPPr>
          </a:lstStyle>
          <a:p xmlns:a="http://schemas.openxmlformats.org/drawingml/2006/main">
            <a:pPr>
              <a:defRPr sz="1350" b="0">
                <a:solidFill>
                  <a:srgbClr val="64746C"/>
                </a:solidFill>
                <a:latin typeface="Noto Sans"/>
                <a:ea typeface="Noto Sans"/>
                <a:cs typeface="Noto Sans"/>
              </a:defRPr>
            </a:pPr>
            <a:r>
              <a:rPr sz="1350" b="0">
                <a:solidFill>
                  <a:srgbClr val="64746C"/>
                </a:solidFill>
                <a:latin typeface="Noto Sans"/>
                <a:ea typeface="Noto Sans"/>
                <a:cs typeface="Noto Sans"/>
              </a:rPr>
              <a:t>Evaluation before expansion</a:t>
            </a:r>
          </a:p>
        </p:txBody>
      </p:sp>
      <p:graphicFrame>
        <p:nvGraphicFramePr>
          <p:cNvPr id="4" name="">
            <a:extLst xmlns:a="http://schemas.openxmlformats.org/drawingml/2006/main">
              <a:ext uri="{FF2B5EF4-FFF2-40B4-BE49-F238E27FC236}">
                <a16:creationId xmlns:a16="http://schemas.microsoft.com/office/drawing/2014/main" id="{0EFD49F8-B17A-4A07-BD5C-839999850067}"/>
              </a:ext>
            </a:extLst>
          </p:cNvPr>
          <p:cNvGraphicFramePr/>
          <p:nvPr/>
        </p:nvGraphicFramePr>
        <p:xfrm>
          <a:off xmlns:a="http://schemas.openxmlformats.org/drawingml/2006/main" x="685800" y="1685925"/>
          <a:ext xmlns:a="http://schemas.openxmlformats.org/drawingml/2006/main" cx="10820400" cy="3314700"/>
        </p:xfrm>
        <a:graphic xmlns:a="http://schemas.openxmlformats.org/drawingml/2006/main">
          <a:graphicData uri="http://schemas.openxmlformats.org/drawingml/2006/table">
            <a:tbl>
              <a:tblPr/>
              <a:tblGrid>
                <a:gridCol w="3429000"/>
                <a:gridCol w="2762250"/>
                <a:gridCol w="4629150"/>
              </a:tblGrid>
              <a:tr h="662940">
                <a:tc>
                  <a:txBody>
                    <a:bodyPr/>
                    <a:lstStyle/>
                    <a:p>
                      <a:r>
                        <a:rPr sz="1800" b="1">
                          <a:solidFill>
                            <a:srgbClr val="FFFFFF"/>
                          </a:solidFill>
                          <a:latin typeface="Noto Sans"/>
                          <a:ea typeface="Noto Sans"/>
                          <a:cs typeface="Noto Sans"/>
                        </a:rPr>
                        <a:t>Measure</a:t>
                      </a:r>
                    </a:p>
                  </a:txBody>
                  <a:tcPr marL="114300" marR="114300" marT="95250" marB="95250">
                    <a:lnL w="9525">
                      <a:solidFill>
                        <a:srgbClr val="D6DED5"/>
                      </a:solidFill>
                      <a:prstDash val="solid"/>
                    </a:lnL>
                    <a:lnR w="9525">
                      <a:solidFill>
                        <a:srgbClr val="D6DED5"/>
                      </a:solidFill>
                      <a:prstDash val="solid"/>
                    </a:lnR>
                    <a:lnT w="9525">
                      <a:solidFill>
                        <a:srgbClr val="D6DED5"/>
                      </a:solidFill>
                      <a:prstDash val="solid"/>
                    </a:lnT>
                    <a:lnB w="9525">
                      <a:solidFill>
                        <a:srgbClr val="D6DED5"/>
                      </a:solidFill>
                      <a:prstDash val="solid"/>
                    </a:lnB>
                    <a:solidFill>
                      <a:srgbClr val="173C33"/>
                    </a:solidFill>
                  </a:tcPr>
                </a:tc>
                <a:tc>
                  <a:txBody>
                    <a:bodyPr/>
                    <a:lstStyle/>
                    <a:p>
                      <a:r>
                        <a:rPr sz="1800" b="1">
                          <a:solidFill>
                            <a:srgbClr val="FFFFFF"/>
                          </a:solidFill>
                          <a:latin typeface="Noto Sans"/>
                          <a:ea typeface="Noto Sans"/>
                          <a:cs typeface="Noto Sans"/>
                        </a:rPr>
                        <a:t>Current baseline</a:t>
                      </a:r>
                    </a:p>
                  </a:txBody>
                  <a:tcPr marL="114300" marR="114300" marT="95250" marB="95250">
                    <a:lnR w="9525">
                      <a:solidFill>
                        <a:srgbClr val="D6DED5"/>
                      </a:solidFill>
                      <a:prstDash val="solid"/>
                    </a:lnR>
                    <a:lnT w="9525">
                      <a:solidFill>
                        <a:srgbClr val="D6DED5"/>
                      </a:solidFill>
                      <a:prstDash val="solid"/>
                    </a:lnT>
                    <a:lnB w="9525">
                      <a:solidFill>
                        <a:srgbClr val="D6DED5"/>
                      </a:solidFill>
                      <a:prstDash val="solid"/>
                    </a:lnB>
                    <a:solidFill>
                      <a:srgbClr val="173C33"/>
                    </a:solidFill>
                  </a:tcPr>
                </a:tc>
                <a:tc>
                  <a:txBody>
                    <a:bodyPr/>
                    <a:lstStyle/>
                    <a:p>
                      <a:r>
                        <a:rPr sz="1800" b="1">
                          <a:solidFill>
                            <a:srgbClr val="FFFFFF"/>
                          </a:solidFill>
                          <a:latin typeface="Noto Sans"/>
                          <a:ea typeface="Noto Sans"/>
                          <a:cs typeface="Noto Sans"/>
                        </a:rPr>
                        <a:t>Proposed assessment</a:t>
                      </a:r>
                    </a:p>
                  </a:txBody>
                  <a:tcPr marL="114300" marR="114300" marT="95250" marB="95250">
                    <a:lnR w="9525">
                      <a:solidFill>
                        <a:srgbClr val="D6DED5"/>
                      </a:solidFill>
                      <a:prstDash val="solid"/>
                    </a:lnR>
                    <a:lnT w="9525">
                      <a:solidFill>
                        <a:srgbClr val="D6DED5"/>
                      </a:solidFill>
                      <a:prstDash val="solid"/>
                    </a:lnT>
                    <a:lnB w="9525">
                      <a:solidFill>
                        <a:srgbClr val="D6DED5"/>
                      </a:solidFill>
                      <a:prstDash val="solid"/>
                    </a:lnB>
                    <a:solidFill>
                      <a:srgbClr val="173C33"/>
                    </a:solidFill>
                  </a:tcPr>
                </a:tc>
              </a:tr>
              <a:tr h="662940">
                <a:tc>
                  <a:txBody>
                    <a:bodyPr/>
                    <a:lstStyle/>
                    <a:p>
                      <a:r>
                        <a:rPr sz="1800">
                          <a:solidFill>
                            <a:srgbClr val="33473D"/>
                          </a:solidFill>
                          <a:latin typeface="Noto Sans"/>
                          <a:ea typeface="Noto Sans"/>
                          <a:cs typeface="Noto Sans"/>
                        </a:rPr>
                        <a:t>Critical evidence omissions</a:t>
                      </a:r>
                    </a:p>
                  </a:txBody>
                  <a:tcPr marL="114300" marR="114300" marT="95250" marB="95250">
                    <a:lnL w="9525">
                      <a:solidFill>
                        <a:srgbClr val="D6DED5"/>
                      </a:solidFill>
                      <a:prstDash val="solid"/>
                    </a:lnL>
                    <a:lnR w="9525">
                      <a:solidFill>
                        <a:srgbClr val="D6DED5"/>
                      </a:solidFill>
                      <a:prstDash val="solid"/>
                    </a:lnR>
                    <a:lnB w="9525">
                      <a:solidFill>
                        <a:srgbClr val="D6DED5"/>
                      </a:solidFill>
                      <a:prstDash val="solid"/>
                    </a:lnB>
                    <a:solidFill>
                      <a:srgbClr val="FFFFFF"/>
                    </a:solidFill>
                  </a:tcPr>
                </a:tc>
                <a:tc>
                  <a:txBody>
                    <a:bodyPr/>
                    <a:lstStyle/>
                    <a:p>
                      <a:r>
                        <a:rPr sz="1800">
                          <a:solidFill>
                            <a:srgbClr val="33473D"/>
                          </a:solidFill>
                          <a:latin typeface="Noto Sans"/>
                          <a:ea typeface="Noto Sans"/>
                          <a:cs typeface="Noto Sans"/>
                        </a:rPr>
                        <a:t>Not measured</a:t>
                      </a:r>
                    </a:p>
                  </a:txBody>
                  <a:tcPr marL="114300" marR="114300" marT="95250" marB="95250">
                    <a:lnR w="9525">
                      <a:solidFill>
                        <a:srgbClr val="D6DED5"/>
                      </a:solidFill>
                      <a:prstDash val="solid"/>
                    </a:lnR>
                    <a:lnB w="9525">
                      <a:solidFill>
                        <a:srgbClr val="D6DED5"/>
                      </a:solidFill>
                      <a:prstDash val="solid"/>
                    </a:lnB>
                    <a:solidFill>
                      <a:srgbClr val="FFFFFF"/>
                    </a:solidFill>
                  </a:tcPr>
                </a:tc>
                <a:tc>
                  <a:txBody>
                    <a:bodyPr/>
                    <a:lstStyle/>
                    <a:p>
                      <a:r>
                        <a:rPr sz="1800">
                          <a:solidFill>
                            <a:srgbClr val="33473D"/>
                          </a:solidFill>
                          <a:latin typeface="Noto Sans"/>
                          <a:ea typeface="Noto Sans"/>
                          <a:cs typeface="Noto Sans"/>
                        </a:rPr>
                        <a:t>Independent review of the same cases</a:t>
                      </a:r>
                    </a:p>
                  </a:txBody>
                  <a:tcPr marL="114300" marR="114300" marT="95250" marB="95250">
                    <a:lnR w="9525">
                      <a:solidFill>
                        <a:srgbClr val="D6DED5"/>
                      </a:solidFill>
                      <a:prstDash val="solid"/>
                    </a:lnR>
                    <a:lnB w="9525">
                      <a:solidFill>
                        <a:srgbClr val="D6DED5"/>
                      </a:solidFill>
                      <a:prstDash val="solid"/>
                    </a:lnB>
                    <a:solidFill>
                      <a:srgbClr val="FFFFFF"/>
                    </a:solidFill>
                  </a:tcPr>
                </a:tc>
              </a:tr>
              <a:tr h="662940">
                <a:tc>
                  <a:txBody>
                    <a:bodyPr/>
                    <a:lstStyle/>
                    <a:p>
                      <a:r>
                        <a:rPr sz="1800">
                          <a:solidFill>
                            <a:srgbClr val="33473D"/>
                          </a:solidFill>
                          <a:latin typeface="Noto Sans"/>
                          <a:ea typeface="Noto Sans"/>
                          <a:cs typeface="Noto Sans"/>
                        </a:rPr>
                        <a:t>Review time and effort</a:t>
                      </a:r>
                    </a:p>
                  </a:txBody>
                  <a:tcPr marL="114300" marR="114300" marT="95250" marB="95250">
                    <a:lnL w="9525">
                      <a:solidFill>
                        <a:srgbClr val="D6DED5"/>
                      </a:solidFill>
                      <a:prstDash val="solid"/>
                    </a:lnL>
                    <a:lnR w="9525">
                      <a:solidFill>
                        <a:srgbClr val="D6DED5"/>
                      </a:solidFill>
                      <a:prstDash val="solid"/>
                    </a:lnR>
                    <a:lnB w="9525">
                      <a:solidFill>
                        <a:srgbClr val="D6DED5"/>
                      </a:solidFill>
                      <a:prstDash val="solid"/>
                    </a:lnB>
                    <a:solidFill>
                      <a:srgbClr val="FFFFFF"/>
                    </a:solidFill>
                  </a:tcPr>
                </a:tc>
                <a:tc>
                  <a:txBody>
                    <a:bodyPr/>
                    <a:lstStyle/>
                    <a:p>
                      <a:r>
                        <a:rPr sz="1800">
                          <a:solidFill>
                            <a:srgbClr val="33473D"/>
                          </a:solidFill>
                          <a:latin typeface="Noto Sans"/>
                          <a:ea typeface="Noto Sans"/>
                          <a:cs typeface="Noto Sans"/>
                        </a:rPr>
                        <a:t>Not measured</a:t>
                      </a:r>
                    </a:p>
                  </a:txBody>
                  <a:tcPr marL="114300" marR="114300" marT="95250" marB="95250">
                    <a:lnR w="9525">
                      <a:solidFill>
                        <a:srgbClr val="D6DED5"/>
                      </a:solidFill>
                      <a:prstDash val="solid"/>
                    </a:lnR>
                    <a:lnB w="9525">
                      <a:solidFill>
                        <a:srgbClr val="D6DED5"/>
                      </a:solidFill>
                      <a:prstDash val="solid"/>
                    </a:lnB>
                    <a:solidFill>
                      <a:srgbClr val="FFFFFF"/>
                    </a:solidFill>
                  </a:tcPr>
                </a:tc>
                <a:tc>
                  <a:txBody>
                    <a:bodyPr/>
                    <a:lstStyle/>
                    <a:p>
                      <a:r>
                        <a:rPr sz="1800">
                          <a:solidFill>
                            <a:srgbClr val="33473D"/>
                          </a:solidFill>
                          <a:latin typeface="Noto Sans"/>
                          <a:ea typeface="Noto Sans"/>
                          <a:cs typeface="Noto Sans"/>
                        </a:rPr>
                        <a:t>Paired, counterbalanced task comparison</a:t>
                      </a:r>
                    </a:p>
                  </a:txBody>
                  <a:tcPr marL="114300" marR="114300" marT="95250" marB="95250">
                    <a:lnR w="9525">
                      <a:solidFill>
                        <a:srgbClr val="D6DED5"/>
                      </a:solidFill>
                      <a:prstDash val="solid"/>
                    </a:lnR>
                    <a:lnB w="9525">
                      <a:solidFill>
                        <a:srgbClr val="D6DED5"/>
                      </a:solidFill>
                      <a:prstDash val="solid"/>
                    </a:lnB>
                    <a:solidFill>
                      <a:srgbClr val="FFFFFF"/>
                    </a:solidFill>
                  </a:tcPr>
                </a:tc>
              </a:tr>
              <a:tr h="662940">
                <a:tc>
                  <a:txBody>
                    <a:bodyPr/>
                    <a:lstStyle/>
                    <a:p>
                      <a:r>
                        <a:rPr sz="1800">
                          <a:solidFill>
                            <a:srgbClr val="33473D"/>
                          </a:solidFill>
                          <a:latin typeface="Noto Sans"/>
                          <a:ea typeface="Noto Sans"/>
                          <a:cs typeface="Noto Sans"/>
                        </a:rPr>
                        <a:t>Service observations</a:t>
                      </a:r>
                    </a:p>
                  </a:txBody>
                  <a:tcPr marL="114300" marR="114300" marT="95250" marB="95250">
                    <a:lnL w="9525">
                      <a:solidFill>
                        <a:srgbClr val="D6DED5"/>
                      </a:solidFill>
                      <a:prstDash val="solid"/>
                    </a:lnL>
                    <a:lnR w="9525">
                      <a:solidFill>
                        <a:srgbClr val="D6DED5"/>
                      </a:solidFill>
                      <a:prstDash val="solid"/>
                    </a:lnR>
                    <a:lnB w="9525">
                      <a:solidFill>
                        <a:srgbClr val="D6DED5"/>
                      </a:solidFill>
                      <a:prstDash val="solid"/>
                    </a:lnB>
                    <a:solidFill>
                      <a:srgbClr val="FFFFFF"/>
                    </a:solidFill>
                  </a:tcPr>
                </a:tc>
                <a:tc>
                  <a:txBody>
                    <a:bodyPr/>
                    <a:lstStyle/>
                    <a:p>
                      <a:r>
                        <a:rPr sz="1800">
                          <a:solidFill>
                            <a:srgbClr val="33473D"/>
                          </a:solidFill>
                          <a:latin typeface="Noto Sans"/>
                          <a:ea typeface="Noto Sans"/>
                          <a:cs typeface="Noto Sans"/>
                        </a:rPr>
                        <a:t>No current local survey</a:t>
                      </a:r>
                    </a:p>
                  </a:txBody>
                  <a:tcPr marL="114300" marR="114300" marT="95250" marB="95250">
                    <a:lnR w="9525">
                      <a:solidFill>
                        <a:srgbClr val="D6DED5"/>
                      </a:solidFill>
                      <a:prstDash val="solid"/>
                    </a:lnR>
                    <a:lnB w="9525">
                      <a:solidFill>
                        <a:srgbClr val="D6DED5"/>
                      </a:solidFill>
                      <a:prstDash val="solid"/>
                    </a:lnB>
                    <a:solidFill>
                      <a:srgbClr val="FFFFFF"/>
                    </a:solidFill>
                  </a:tcPr>
                </a:tc>
                <a:tc>
                  <a:txBody>
                    <a:bodyPr/>
                    <a:lstStyle/>
                    <a:p>
                      <a:r>
                        <a:rPr sz="1800">
                          <a:solidFill>
                            <a:srgbClr val="33473D"/>
                          </a:solidFill>
                          <a:latin typeface="Noto Sans"/>
                          <a:ea typeface="Noto Sans"/>
                          <a:cs typeface="Noto Sans"/>
                        </a:rPr>
                        <a:t>Repeat dated observations and conflict review</a:t>
                      </a:r>
                    </a:p>
                  </a:txBody>
                  <a:tcPr marL="114300" marR="114300" marT="95250" marB="95250">
                    <a:lnR w="9525">
                      <a:solidFill>
                        <a:srgbClr val="D6DED5"/>
                      </a:solidFill>
                      <a:prstDash val="solid"/>
                    </a:lnR>
                    <a:lnB w="9525">
                      <a:solidFill>
                        <a:srgbClr val="D6DED5"/>
                      </a:solidFill>
                      <a:prstDash val="solid"/>
                    </a:lnB>
                    <a:solidFill>
                      <a:srgbClr val="FFFFFF"/>
                    </a:solidFill>
                  </a:tcPr>
                </a:tc>
              </a:tr>
              <a:tr h="662940">
                <a:tc>
                  <a:txBody>
                    <a:bodyPr/>
                    <a:lstStyle/>
                    <a:p>
                      <a:r>
                        <a:rPr sz="1800">
                          <a:solidFill>
                            <a:srgbClr val="33473D"/>
                          </a:solidFill>
                          <a:latin typeface="Noto Sans"/>
                          <a:ea typeface="Noto Sans"/>
                          <a:cs typeface="Noto Sans"/>
                        </a:rPr>
                        <a:t>Household benefit / SROI</a:t>
                      </a:r>
                    </a:p>
                  </a:txBody>
                  <a:tcPr marL="114300" marR="114300" marT="95250" marB="95250">
                    <a:lnL w="9525">
                      <a:solidFill>
                        <a:srgbClr val="D6DED5"/>
                      </a:solidFill>
                      <a:prstDash val="solid"/>
                    </a:lnL>
                    <a:lnR w="9525">
                      <a:solidFill>
                        <a:srgbClr val="D6DED5"/>
                      </a:solidFill>
                      <a:prstDash val="solid"/>
                    </a:lnR>
                    <a:lnB w="9525">
                      <a:solidFill>
                        <a:srgbClr val="D6DED5"/>
                      </a:solidFill>
                      <a:prstDash val="solid"/>
                    </a:lnB>
                    <a:solidFill>
                      <a:srgbClr val="FFFFFF"/>
                    </a:solidFill>
                  </a:tcPr>
                </a:tc>
                <a:tc>
                  <a:txBody>
                    <a:bodyPr/>
                    <a:lstStyle/>
                    <a:p>
                      <a:r>
                        <a:rPr sz="1800">
                          <a:solidFill>
                            <a:srgbClr val="33473D"/>
                          </a:solidFill>
                          <a:latin typeface="Noto Sans"/>
                          <a:ea typeface="Noto Sans"/>
                          <a:cs typeface="Noto Sans"/>
                        </a:rPr>
                        <a:t>Unknown</a:t>
                      </a:r>
                    </a:p>
                  </a:txBody>
                  <a:tcPr marL="114300" marR="114300" marT="95250" marB="95250">
                    <a:lnR w="9525">
                      <a:solidFill>
                        <a:srgbClr val="D6DED5"/>
                      </a:solidFill>
                      <a:prstDash val="solid"/>
                    </a:lnR>
                    <a:lnB w="9525">
                      <a:solidFill>
                        <a:srgbClr val="D6DED5"/>
                      </a:solidFill>
                      <a:prstDash val="solid"/>
                    </a:lnB>
                    <a:solidFill>
                      <a:srgbClr val="FFFFFF"/>
                    </a:solidFill>
                  </a:tcPr>
                </a:tc>
                <a:tc>
                  <a:txBody>
                    <a:bodyPr/>
                    <a:lstStyle/>
                    <a:p>
                      <a:r>
                        <a:rPr sz="1800">
                          <a:solidFill>
                            <a:srgbClr val="33473D"/>
                          </a:solidFill>
                          <a:latin typeface="Noto Sans"/>
                          <a:ea typeface="Noto Sans"/>
                          <a:cs typeface="Noto Sans"/>
                        </a:rPr>
                        <a:t>Withhold until denominator/outcomes exist</a:t>
                      </a:r>
                    </a:p>
                  </a:txBody>
                  <a:tcPr marL="114300" marR="114300" marT="95250" marB="95250">
                    <a:lnR w="9525">
                      <a:solidFill>
                        <a:srgbClr val="D6DED5"/>
                      </a:solidFill>
                      <a:prstDash val="solid"/>
                    </a:lnR>
                    <a:lnB w="9525">
                      <a:solidFill>
                        <a:srgbClr val="D6DED5"/>
                      </a:solidFill>
                      <a:prstDash val="solid"/>
                    </a:lnB>
                    <a:solidFill>
                      <a:srgbClr val="FFFFFF"/>
                    </a:solidFill>
                  </a:tcPr>
                </a:tc>
              </a:tr>
            </a:tbl>
          </a:graphicData>
        </a:graphic>
      </p:graphicFrame>
      <p:sp>
        <p:nvSpPr>
          <p:cNvPr id="5" name="scale">
            <a:extLst xmlns:a="http://schemas.openxmlformats.org/drawingml/2006/main">
              <a:ext uri="{FF2B5EF4-FFF2-40B4-BE49-F238E27FC236}">
                <a16:creationId xmlns:a16="http://schemas.microsoft.com/office/drawing/2014/main" id="{5EAE377D-366B-411D-A027-F4CD7830D7B0}"/>
              </a:ext>
            </a:extLst>
          </p:cNvPr>
          <p:cNvSpPr>
            <a:spLocks xmlns:a="http://schemas.openxmlformats.org/drawingml/2006/main" noGrp="1"/>
          </p:cNvSpPr>
          <p:nvPr/>
        </p:nvSpPr>
        <p:spPr>
          <a:xfrm xmlns:a="http://schemas.openxmlformats.org/drawingml/2006/main">
            <a:off x="685800" y="528637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73C33"/>
                </a:solidFill>
                <a:latin typeface="Noto Sans"/>
                <a:ea typeface="Noto Sans"/>
                <a:cs typeface="Noto Sans"/>
              </a:defRPr>
            </a:defPPr>
          </a:lstStyle>
          <a:p xmlns:a="http://schemas.openxmlformats.org/drawingml/2006/main">
            <a:pPr>
              <a:defRPr sz="2100" b="0">
                <a:solidFill>
                  <a:srgbClr val="173C33"/>
                </a:solidFill>
                <a:latin typeface="Noto Sans"/>
                <a:ea typeface="Noto Sans"/>
                <a:cs typeface="Noto Sans"/>
              </a:defRPr>
            </a:pPr>
            <a:r>
              <a:rPr sz="2100" b="0">
                <a:solidFill>
                  <a:srgbClr val="173C33"/>
                </a:solidFill>
                <a:latin typeface="Noto Sans"/>
                <a:ea typeface="Noto Sans"/>
                <a:cs typeface="Noto Sans"/>
              </a:rPr>
              <a:t>Expansion follows a successful second-ward/operator test,</a:t>
            </a:r>
          </a:p>
          <a:p xmlns:a="http://schemas.openxmlformats.org/drawingml/2006/main">
            <a:pPr>
              <a:defRPr sz="2100" b="0">
                <a:solidFill>
                  <a:srgbClr val="173C33"/>
                </a:solidFill>
                <a:latin typeface="Noto Sans"/>
                <a:ea typeface="Noto Sans"/>
                <a:cs typeface="Noto Sans"/>
              </a:defRPr>
            </a:pPr>
            <a:r>
              <a:rPr sz="2100" b="0">
                <a:solidFill>
                  <a:srgbClr val="173C33"/>
                </a:solidFill>
                <a:latin typeface="Noto Sans"/>
                <a:ea typeface="Noto Sans"/>
                <a:cs typeface="Noto Sans"/>
              </a:rPr>
              <a:t>approved data sharing and an operating budget.</a:t>
            </a:r>
          </a:p>
        </p:txBody>
      </p:sp>
      <p:sp>
        <p:nvSpPr>
          <p:cNvPr id="6" name="sdgs">
            <a:extLst xmlns:a="http://schemas.openxmlformats.org/drawingml/2006/main">
              <a:ext uri="{FF2B5EF4-FFF2-40B4-BE49-F238E27FC236}">
                <a16:creationId xmlns:a16="http://schemas.microsoft.com/office/drawing/2014/main" id="{EB260EC1-EE08-4BE4-BE24-C2610C5897D7}"/>
              </a:ext>
            </a:extLst>
          </p:cNvPr>
          <p:cNvSpPr>
            <a:spLocks xmlns:a="http://schemas.openxmlformats.org/drawingml/2006/main" noGrp="1"/>
          </p:cNvSpPr>
          <p:nvPr/>
        </p:nvSpPr>
        <p:spPr>
          <a:xfrm xmlns:a="http://schemas.openxmlformats.org/drawingml/2006/main">
            <a:off x="685800" y="6010275"/>
            <a:ext cx="10429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4746C"/>
                </a:solidFill>
                <a:latin typeface="Noto Sans"/>
                <a:ea typeface="Noto Sans"/>
                <a:cs typeface="Noto Sans"/>
              </a:defRPr>
            </a:defPPr>
          </a:lstStyle>
          <a:p xmlns:a="http://schemas.openxmlformats.org/drawingml/2006/main">
            <a:pPr>
              <a:defRPr sz="1350" b="0">
                <a:solidFill>
                  <a:srgbClr val="64746C"/>
                </a:solidFill>
                <a:latin typeface="Noto Sans"/>
                <a:ea typeface="Noto Sans"/>
                <a:cs typeface="Noto Sans"/>
              </a:defRPr>
            </a:pPr>
            <a:r>
              <a:rPr sz="1350" b="0">
                <a:solidFill>
                  <a:srgbClr val="64746C"/>
                </a:solidFill>
                <a:latin typeface="Noto Sans"/>
                <a:ea typeface="Noto Sans"/>
                <a:cs typeface="Noto Sans"/>
              </a:rPr>
              <a:t>SDG 6, SDG 11 and SDG 1 alignment is proposed. No measured SDG progress is claimed.</a:t>
            </a:r>
          </a:p>
        </p:txBody>
      </p:sp>
    </p:spTree>
    <p:extLst>
      <p:ext uri="{BB962C8B-B14F-4D97-AF65-F5344CB8AC3E}">
        <p14:creationId xmlns:p14="http://schemas.microsoft.com/office/powerpoint/2010/main" val="1619449379"/>
      </p:ext>
    </p:extLst>
  </p:cSld>
</p:sld>
</file>

<file path=ppt/slides/slide6.xml><?xml version="1.0" encoding="utf-8"?>
<p:sld xmlns:p="http://schemas.openxmlformats.org/presentationml/2006/main">
  <p:cSld>
    <p:bg>
      <p:bgPr>
        <a:solidFill xmlns:a="http://schemas.openxmlformats.org/drawingml/2006/main">
          <a:srgbClr val="F8F7F0"/>
        </a:solidFill>
      </p:bgPr>
    </p:bg>
    <p:spTree>
      <p:nvGrpSpPr>
        <p:cNvPr id="1" name=""/>
        <p:cNvGrpSpPr/>
        <p:nvPr/>
      </p:nvGrpSpPr>
      <p:grpSpPr>
        <a:xfrm xmlns:a="http://schemas.openxmlformats.org/drawingml/2006/main"/>
      </p:grpSpPr>
      <p:sp>
        <p:nvSpPr>
          <p:cNvPr id="11" name="title">
            <a:extLst xmlns:a="http://schemas.openxmlformats.org/drawingml/2006/main">
              <a:ext uri="{FF2B5EF4-FFF2-40B4-BE49-F238E27FC236}">
                <a16:creationId xmlns:a16="http://schemas.microsoft.com/office/drawing/2014/main" id="{90DF1B80-8DA6-4FCC-8575-202F1793CEE8}"/>
              </a:ext>
            </a:extLst>
          </p:cNvPr>
          <p:cNvSpPr>
            <a:spLocks xmlns:a="http://schemas.openxmlformats.org/drawingml/2006/main" noGrp="1"/>
          </p:cNvSpPr>
          <p:nvPr/>
        </p:nvSpPr>
        <p:spPr>
          <a:xfrm xmlns:a="http://schemas.openxmlformats.org/drawingml/2006/main">
            <a:off x="685800" y="552450"/>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3C33"/>
                </a:solidFill>
                <a:latin typeface="Noto Sans"/>
                <a:ea typeface="Noto Sans"/>
                <a:cs typeface="Noto Sans"/>
              </a:defRPr>
            </a:defPPr>
          </a:lstStyle>
          <a:p xmlns:a="http://schemas.openxmlformats.org/drawingml/2006/main">
            <a:pPr>
              <a:defRPr sz="3300" b="1">
                <a:solidFill>
                  <a:srgbClr val="173C33"/>
                </a:solidFill>
                <a:latin typeface="Noto Sans"/>
                <a:ea typeface="Noto Sans"/>
                <a:cs typeface="Noto Sans"/>
              </a:defRPr>
            </a:pPr>
            <a:r>
              <a:rPr sz="3300" b="1">
                <a:solidFill>
                  <a:srgbClr val="173C33"/>
                </a:solidFill>
                <a:latin typeface="Noto Sans"/>
                <a:ea typeface="Noto Sans"/>
                <a:cs typeface="Noto Sans"/>
              </a:rPr>
              <a:t>Individual applicant and support required</a:t>
            </a:r>
          </a:p>
        </p:txBody>
      </p:sp>
      <p:sp>
        <p:nvSpPr>
          <p:cNvPr id="2" name="page-number">
            <a:extLst xmlns:a="http://schemas.openxmlformats.org/drawingml/2006/main">
              <a:ext uri="{FF2B5EF4-FFF2-40B4-BE49-F238E27FC236}">
                <a16:creationId xmlns:a16="http://schemas.microsoft.com/office/drawing/2014/main" id="{D8BCE75E-A422-4A85-AD96-DCF3B3C5D238}"/>
              </a:ext>
            </a:extLst>
          </p:cNvPr>
          <p:cNvSpPr>
            <a:spLocks xmlns:a="http://schemas.openxmlformats.org/drawingml/2006/main" noGrp="1"/>
          </p:cNvSpPr>
          <p:nvPr/>
        </p:nvSpPr>
        <p:spPr>
          <a:xfrm xmlns:a="http://schemas.openxmlformats.org/drawingml/2006/main">
            <a:off x="11001375" y="6353175"/>
            <a:ext cx="5048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4746C"/>
                </a:solidFill>
                <a:latin typeface="Noto Sans"/>
                <a:ea typeface="Noto Sans"/>
                <a:cs typeface="Noto Sans"/>
              </a:defRPr>
            </a:defPPr>
          </a:lstStyle>
          <a:p xmlns:a="http://schemas.openxmlformats.org/drawingml/2006/main">
            <a:pPr>
              <a:defRPr sz="1350" b="0">
                <a:solidFill>
                  <a:srgbClr val="64746C"/>
                </a:solidFill>
                <a:latin typeface="Noto Sans"/>
                <a:ea typeface="Noto Sans"/>
                <a:cs typeface="Noto Sans"/>
              </a:defRPr>
            </a:pPr>
            <a:r>
              <a:rPr sz="1350" b="0">
                <a:solidFill>
                  <a:srgbClr val="64746C"/>
                </a:solidFill>
                <a:latin typeface="Noto Sans"/>
                <a:ea typeface="Noto Sans"/>
                <a:cs typeface="Noto Sans"/>
              </a:rPr>
              <a:t>06</a:t>
            </a:r>
          </a:p>
        </p:txBody>
      </p:sp>
      <p:sp>
        <p:nvSpPr>
          <p:cNvPr id="3" name="section">
            <a:extLst xmlns:a="http://schemas.openxmlformats.org/drawingml/2006/main">
              <a:ext uri="{FF2B5EF4-FFF2-40B4-BE49-F238E27FC236}">
                <a16:creationId xmlns:a16="http://schemas.microsoft.com/office/drawing/2014/main" id="{00BBBD38-494D-41FF-A7B9-AA185DD4D199}"/>
              </a:ext>
            </a:extLst>
          </p:cNvPr>
          <p:cNvSpPr>
            <a:spLocks xmlns:a="http://schemas.openxmlformats.org/drawingml/2006/main" noGrp="1"/>
          </p:cNvSpPr>
          <p:nvPr/>
        </p:nvSpPr>
        <p:spPr>
          <a:xfrm xmlns:a="http://schemas.openxmlformats.org/drawingml/2006/main">
            <a:off x="685800" y="63531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4746C"/>
                </a:solidFill>
                <a:latin typeface="Noto Sans"/>
                <a:ea typeface="Noto Sans"/>
                <a:cs typeface="Noto Sans"/>
              </a:defRPr>
            </a:defPPr>
          </a:lstStyle>
          <a:p xmlns:a="http://schemas.openxmlformats.org/drawingml/2006/main">
            <a:pPr>
              <a:defRPr sz="1350" b="0">
                <a:solidFill>
                  <a:srgbClr val="64746C"/>
                </a:solidFill>
                <a:latin typeface="Noto Sans"/>
                <a:ea typeface="Noto Sans"/>
                <a:cs typeface="Noto Sans"/>
              </a:defRPr>
            </a:pPr>
            <a:r>
              <a:rPr sz="1350" b="0">
                <a:solidFill>
                  <a:srgbClr val="64746C"/>
                </a:solidFill>
                <a:latin typeface="Noto Sans"/>
                <a:ea typeface="Noto Sans"/>
                <a:cs typeface="Noto Sans"/>
              </a:rPr>
              <a:t>Applicant and support</a:t>
            </a:r>
          </a:p>
        </p:txBody>
      </p:sp>
      <p:sp>
        <p:nvSpPr>
          <p:cNvPr id="4" name="ask-title">
            <a:extLst xmlns:a="http://schemas.openxmlformats.org/drawingml/2006/main">
              <a:ext uri="{FF2B5EF4-FFF2-40B4-BE49-F238E27FC236}">
                <a16:creationId xmlns:a16="http://schemas.microsoft.com/office/drawing/2014/main" id="{7F5131C4-02A8-49DF-B5F5-71D428B7BDD9}"/>
              </a:ext>
            </a:extLst>
          </p:cNvPr>
          <p:cNvSpPr>
            <a:spLocks xmlns:a="http://schemas.openxmlformats.org/drawingml/2006/main" noGrp="1"/>
          </p:cNvSpPr>
          <p:nvPr/>
        </p:nvSpPr>
        <p:spPr>
          <a:xfrm xmlns:a="http://schemas.openxmlformats.org/drawingml/2006/main">
            <a:off x="685800" y="1619250"/>
            <a:ext cx="5715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73C33"/>
                </a:solidFill>
                <a:latin typeface="Noto Sans"/>
                <a:ea typeface="Noto Sans"/>
                <a:cs typeface="Noto Sans"/>
              </a:defRPr>
            </a:defPPr>
          </a:lstStyle>
          <a:p xmlns:a="http://schemas.openxmlformats.org/drawingml/2006/main">
            <a:pPr>
              <a:defRPr sz="2400" b="1">
                <a:solidFill>
                  <a:srgbClr val="173C33"/>
                </a:solidFill>
                <a:latin typeface="Noto Sans"/>
                <a:ea typeface="Noto Sans"/>
                <a:cs typeface="Noto Sans"/>
              </a:defRPr>
            </a:pPr>
            <a:r>
              <a:rPr sz="2400" b="1">
                <a:solidFill>
                  <a:srgbClr val="173C33"/>
                </a:solidFill>
                <a:latin typeface="Noto Sans"/>
                <a:ea typeface="Noto Sans"/>
                <a:cs typeface="Noto Sans"/>
              </a:rPr>
              <a:t>An authorised review task</a:t>
            </a:r>
          </a:p>
        </p:txBody>
      </p:sp>
      <p:sp>
        <p:nvSpPr>
          <p:cNvPr id="5" name="ask">
            <a:extLst xmlns:a="http://schemas.openxmlformats.org/drawingml/2006/main">
              <a:ext uri="{FF2B5EF4-FFF2-40B4-BE49-F238E27FC236}">
                <a16:creationId xmlns:a16="http://schemas.microsoft.com/office/drawing/2014/main" id="{ED2C082E-8A67-4F9D-A579-E2CBE56E5D45}"/>
              </a:ext>
            </a:extLst>
          </p:cNvPr>
          <p:cNvSpPr>
            <a:spLocks xmlns:a="http://schemas.openxmlformats.org/drawingml/2006/main" noGrp="1"/>
          </p:cNvSpPr>
          <p:nvPr/>
        </p:nvSpPr>
        <p:spPr>
          <a:xfrm xmlns:a="http://schemas.openxmlformats.org/drawingml/2006/main">
            <a:off x="685800" y="2286000"/>
            <a:ext cx="5905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33473D"/>
                </a:solidFill>
                <a:latin typeface="Noto Sans"/>
                <a:ea typeface="Noto Sans"/>
                <a:cs typeface="Noto Sans"/>
              </a:defRPr>
            </a:defPPr>
          </a:lstStyle>
          <a:p xmlns:a="http://schemas.openxmlformats.org/drawingml/2006/main">
            <a:pPr>
              <a:defRPr sz="2100" b="0">
                <a:solidFill>
                  <a:srgbClr val="33473D"/>
                </a:solidFill>
                <a:latin typeface="Noto Sans"/>
                <a:ea typeface="Noto Sans"/>
                <a:cs typeface="Noto Sans"/>
              </a:defRPr>
            </a:pPr>
            <a:r>
              <a:rPr sz="2100" b="0">
                <a:solidFill>
                  <a:srgbClr val="33473D"/>
                </a:solidFill>
                <a:latin typeface="Noto Sans"/>
                <a:ea typeface="Noto Sans"/>
                <a:cs typeface="Noto Sans"/>
              </a:rPr>
              <a:t>A ward/service-domain mentor</a:t>
            </a:r>
          </a:p>
          <a:p xmlns:a="http://schemas.openxmlformats.org/drawingml/2006/main">
            <a:pPr>
              <a:defRPr sz="2100" b="0">
                <a:solidFill>
                  <a:srgbClr val="33473D"/>
                </a:solidFill>
                <a:latin typeface="Noto Sans"/>
                <a:ea typeface="Noto Sans"/>
                <a:cs typeface="Noto Sans"/>
              </a:defRPr>
            </a:pPr>
            <a:r>
              <a:rPr sz="2100" b="0">
                <a:solidFill>
                  <a:srgbClr val="33473D"/>
                </a:solidFill>
                <a:latin typeface="Noto Sans"/>
                <a:ea typeface="Noto Sans"/>
                <a:cs typeface="Noto Sans"/>
              </a:rPr>
              <a:t>A community and independent field partner</a:t>
            </a:r>
          </a:p>
          <a:p xmlns:a="http://schemas.openxmlformats.org/drawingml/2006/main">
            <a:pPr>
              <a:defRPr sz="2100" b="0">
                <a:solidFill>
                  <a:srgbClr val="33473D"/>
                </a:solidFill>
                <a:latin typeface="Noto Sans"/>
                <a:ea typeface="Noto Sans"/>
                <a:cs typeface="Noto Sans"/>
              </a:defRPr>
            </a:pPr>
            <a:r>
              <a:rPr sz="2100" b="0">
                <a:solidFill>
                  <a:srgbClr val="33473D"/>
                </a:solidFill>
                <a:latin typeface="Noto Sans"/>
                <a:ea typeface="Noto Sans"/>
                <a:cs typeface="Noto Sans"/>
              </a:rPr>
              <a:t>Permitted asset records and a workflow owner</a:t>
            </a:r>
          </a:p>
        </p:txBody>
      </p:sp>
      <p:sp>
        <p:nvSpPr>
          <p:cNvPr id="6" name="applicant-boundary">
            <a:extLst xmlns:a="http://schemas.openxmlformats.org/drawingml/2006/main">
              <a:ext uri="{FF2B5EF4-FFF2-40B4-BE49-F238E27FC236}">
                <a16:creationId xmlns:a16="http://schemas.microsoft.com/office/drawing/2014/main" id="{8BB634D8-8FB7-4756-9B46-F2EB77CC12B2}"/>
              </a:ext>
            </a:extLst>
          </p:cNvPr>
          <p:cNvSpPr>
            <a:spLocks xmlns:a="http://schemas.openxmlformats.org/drawingml/2006/main" noGrp="1"/>
          </p:cNvSpPr>
          <p:nvPr/>
        </p:nvSpPr>
        <p:spPr>
          <a:xfrm xmlns:a="http://schemas.openxmlformats.org/drawingml/2006/main">
            <a:off x="685800" y="4457700"/>
            <a:ext cx="61436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64746C"/>
                </a:solidFill>
                <a:latin typeface="Noto Sans"/>
                <a:ea typeface="Noto Sans"/>
                <a:cs typeface="Noto Sans"/>
              </a:defRPr>
            </a:defPPr>
          </a:lstStyle>
          <a:p xmlns:a="http://schemas.openxmlformats.org/drawingml/2006/main">
            <a:pPr>
              <a:defRPr sz="1950" b="0">
                <a:solidFill>
                  <a:srgbClr val="64746C"/>
                </a:solidFill>
                <a:latin typeface="Noto Sans"/>
                <a:ea typeface="Noto Sans"/>
                <a:cs typeface="Noto Sans"/>
              </a:defRPr>
            </a:pPr>
            <a:r>
              <a:rPr sz="1950" b="0">
                <a:solidFill>
                  <a:srgbClr val="64746C"/>
                </a:solidFill>
                <a:latin typeface="Noto Sans"/>
                <a:ea typeface="Noto Sans"/>
                <a:cs typeface="Noto Sans"/>
              </a:rPr>
              <a:t>Individual applicant</a:t>
            </a:r>
          </a:p>
          <a:p xmlns:a="http://schemas.openxmlformats.org/drawingml/2006/main">
            <a:pPr>
              <a:defRPr sz="1950" b="0">
                <a:solidFill>
                  <a:srgbClr val="64746C"/>
                </a:solidFill>
                <a:latin typeface="Noto Sans"/>
                <a:ea typeface="Noto Sans"/>
                <a:cs typeface="Noto Sans"/>
              </a:defRPr>
            </a:pPr>
            <a:r>
              <a:rPr sz="1950" b="0">
                <a:solidFill>
                  <a:srgbClr val="64746C"/>
                </a:solidFill>
                <a:latin typeface="Noto Sans"/>
                <a:ea typeface="Noto Sans"/>
                <a:cs typeface="Noto Sans"/>
              </a:rPr>
              <a:t>Research and desk prototype</a:t>
            </a:r>
          </a:p>
          <a:p xmlns:a="http://schemas.openxmlformats.org/drawingml/2006/main">
            <a:pPr>
              <a:defRPr sz="1950" b="0">
                <a:solidFill>
                  <a:srgbClr val="64746C"/>
                </a:solidFill>
                <a:latin typeface="Noto Sans"/>
                <a:ea typeface="Noto Sans"/>
                <a:cs typeface="Noto Sans"/>
              </a:defRPr>
            </a:pPr>
            <a:r>
              <a:rPr sz="1950" b="0">
                <a:solidFill>
                  <a:srgbClr val="64746C"/>
                </a:solidFill>
                <a:latin typeface="Noto Sans"/>
                <a:ea typeface="Noto Sans"/>
                <a:cs typeface="Noto Sans"/>
              </a:rPr>
              <a:t>No agency endorsement or operational users claimed</a:t>
            </a:r>
          </a:p>
        </p:txBody>
      </p:sp>
      <p:sp>
        <p:nvSpPr>
          <p:cNvPr id="7" name="budget-title">
            <a:extLst xmlns:a="http://schemas.openxmlformats.org/drawingml/2006/main">
              <a:ext uri="{FF2B5EF4-FFF2-40B4-BE49-F238E27FC236}">
                <a16:creationId xmlns:a16="http://schemas.microsoft.com/office/drawing/2014/main" id="{DEEB0498-A289-4BBF-B1A0-E35CF0BE7A80}"/>
              </a:ext>
            </a:extLst>
          </p:cNvPr>
          <p:cNvSpPr>
            <a:spLocks xmlns:a="http://schemas.openxmlformats.org/drawingml/2006/main" noGrp="1"/>
          </p:cNvSpPr>
          <p:nvPr/>
        </p:nvSpPr>
        <p:spPr>
          <a:xfrm xmlns:a="http://schemas.openxmlformats.org/drawingml/2006/main">
            <a:off x="7286625" y="1666875"/>
            <a:ext cx="4191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173C33"/>
                </a:solidFill>
                <a:latin typeface="Noto Sans"/>
                <a:ea typeface="Noto Sans"/>
                <a:cs typeface="Noto Sans"/>
              </a:defRPr>
            </a:defPPr>
          </a:lstStyle>
          <a:p xmlns:a="http://schemas.openxmlformats.org/drawingml/2006/main">
            <a:pPr>
              <a:defRPr sz="2025" b="1">
                <a:solidFill>
                  <a:srgbClr val="173C33"/>
                </a:solidFill>
                <a:latin typeface="Noto Sans"/>
                <a:ea typeface="Noto Sans"/>
                <a:cs typeface="Noto Sans"/>
              </a:defRPr>
            </a:pPr>
            <a:r>
              <a:rPr sz="2025" b="1">
                <a:solidFill>
                  <a:srgbClr val="173C33"/>
                </a:solidFill>
                <a:latin typeface="Noto Sans"/>
                <a:ea typeface="Noto Sans"/>
                <a:cs typeface="Noto Sans"/>
              </a:rPr>
              <a:t>Illustrative 90-day trial</a:t>
            </a:r>
          </a:p>
        </p:txBody>
      </p:sp>
      <p:sp>
        <p:nvSpPr>
          <p:cNvPr id="8" name="budget">
            <a:extLst xmlns:a="http://schemas.openxmlformats.org/drawingml/2006/main">
              <a:ext uri="{FF2B5EF4-FFF2-40B4-BE49-F238E27FC236}">
                <a16:creationId xmlns:a16="http://schemas.microsoft.com/office/drawing/2014/main" id="{60CEC489-1320-4CF4-9231-A6D9E274A257}"/>
              </a:ext>
            </a:extLst>
          </p:cNvPr>
          <p:cNvSpPr>
            <a:spLocks xmlns:a="http://schemas.openxmlformats.org/drawingml/2006/main" noGrp="1"/>
          </p:cNvSpPr>
          <p:nvPr/>
        </p:nvSpPr>
        <p:spPr>
          <a:xfrm xmlns:a="http://schemas.openxmlformats.org/drawingml/2006/main">
            <a:off x="7286625" y="2343150"/>
            <a:ext cx="42195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173C33"/>
                </a:solidFill>
                <a:latin typeface="Noto Sans"/>
                <a:ea typeface="Noto Sans"/>
                <a:cs typeface="Noto Sans"/>
              </a:defRPr>
            </a:defPPr>
          </a:lstStyle>
          <a:p xmlns:a="http://schemas.openxmlformats.org/drawingml/2006/main">
            <a:pPr>
              <a:defRPr sz="3900" b="1">
                <a:solidFill>
                  <a:srgbClr val="173C33"/>
                </a:solidFill>
                <a:latin typeface="Noto Sans"/>
                <a:ea typeface="Noto Sans"/>
                <a:cs typeface="Noto Sans"/>
              </a:defRPr>
            </a:pPr>
            <a:r>
              <a:rPr sz="3900" b="1">
                <a:solidFill>
                  <a:srgbClr val="173C33"/>
                </a:solidFill>
                <a:latin typeface="Noto Sans"/>
                <a:ea typeface="Noto Sans"/>
                <a:cs typeface="Noto Sans"/>
              </a:rPr>
              <a:t>INR 132,000</a:t>
            </a:r>
          </a:p>
        </p:txBody>
      </p:sp>
      <p:sp>
        <p:nvSpPr>
          <p:cNvPr id="9" name="budget-note">
            <a:extLst xmlns:a="http://schemas.openxmlformats.org/drawingml/2006/main">
              <a:ext uri="{FF2B5EF4-FFF2-40B4-BE49-F238E27FC236}">
                <a16:creationId xmlns:a16="http://schemas.microsoft.com/office/drawing/2014/main" id="{9A70D838-F878-49D5-80DC-F7033291A26D}"/>
              </a:ext>
            </a:extLst>
          </p:cNvPr>
          <p:cNvSpPr>
            <a:spLocks xmlns:a="http://schemas.openxmlformats.org/drawingml/2006/main" noGrp="1"/>
          </p:cNvSpPr>
          <p:nvPr/>
        </p:nvSpPr>
        <p:spPr>
          <a:xfrm xmlns:a="http://schemas.openxmlformats.org/drawingml/2006/main">
            <a:off x="7286625" y="3267075"/>
            <a:ext cx="42195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33473D"/>
                </a:solidFill>
                <a:latin typeface="Noto Sans"/>
                <a:ea typeface="Noto Sans"/>
                <a:cs typeface="Noto Sans"/>
              </a:defRPr>
            </a:defPPr>
          </a:lstStyle>
          <a:p xmlns:a="http://schemas.openxmlformats.org/drawingml/2006/main">
            <a:pPr>
              <a:defRPr sz="1875" b="0">
                <a:solidFill>
                  <a:srgbClr val="33473D"/>
                </a:solidFill>
                <a:latin typeface="Noto Sans"/>
                <a:ea typeface="Noto Sans"/>
                <a:cs typeface="Noto Sans"/>
              </a:defRPr>
            </a:pPr>
            <a:r>
              <a:rPr sz="1875" b="0">
                <a:solidFill>
                  <a:srgbClr val="33473D"/>
                </a:solidFill>
                <a:latin typeface="Noto Sans"/>
                <a:ea typeface="Noto Sans"/>
                <a:cs typeface="Noto Sans"/>
              </a:rPr>
              <a:t>Includes 10% contingency</a:t>
            </a:r>
          </a:p>
          <a:p xmlns:a="http://schemas.openxmlformats.org/drawingml/2006/main">
            <a:pPr>
              <a:defRPr sz="1875" b="0">
                <a:solidFill>
                  <a:srgbClr val="33473D"/>
                </a:solidFill>
                <a:latin typeface="Noto Sans"/>
                <a:ea typeface="Noto Sans"/>
                <a:cs typeface="Noto Sans"/>
              </a:defRPr>
            </a:pPr>
            <a:r>
              <a:rPr sz="1875" b="0">
                <a:solidFill>
                  <a:srgbClr val="33473D"/>
                </a:solidFill>
                <a:latin typeface="Noto Sans"/>
                <a:ea typeface="Noto Sans"/>
                <a:cs typeface="Noto Sans"/>
              </a:rPr>
              <a:t>All rates need quotations and approval</a:t>
            </a:r>
          </a:p>
        </p:txBody>
      </p:sp>
      <p:sp>
        <p:nvSpPr>
          <p:cNvPr id="10" name="annual">
            <a:extLst xmlns:a="http://schemas.openxmlformats.org/drawingml/2006/main">
              <a:ext uri="{FF2B5EF4-FFF2-40B4-BE49-F238E27FC236}">
                <a16:creationId xmlns:a16="http://schemas.microsoft.com/office/drawing/2014/main" id="{1D9CEEBD-45E3-44ED-957A-8B79E521C29C}"/>
              </a:ext>
            </a:extLst>
          </p:cNvPr>
          <p:cNvSpPr>
            <a:spLocks xmlns:a="http://schemas.openxmlformats.org/drawingml/2006/main" noGrp="1"/>
          </p:cNvSpPr>
          <p:nvPr/>
        </p:nvSpPr>
        <p:spPr>
          <a:xfrm xmlns:a="http://schemas.openxmlformats.org/drawingml/2006/main">
            <a:off x="7286625" y="4610100"/>
            <a:ext cx="4219575"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64746C"/>
                </a:solidFill>
                <a:latin typeface="Noto Sans"/>
                <a:ea typeface="Noto Sans"/>
                <a:cs typeface="Noto Sans"/>
              </a:defRPr>
            </a:defPPr>
          </a:lstStyle>
          <a:p xmlns:a="http://schemas.openxmlformats.org/drawingml/2006/main">
            <a:pPr>
              <a:defRPr sz="1875" b="0">
                <a:solidFill>
                  <a:srgbClr val="64746C"/>
                </a:solidFill>
                <a:latin typeface="Noto Sans"/>
                <a:ea typeface="Noto Sans"/>
                <a:cs typeface="Noto Sans"/>
              </a:defRPr>
            </a:pPr>
            <a:r>
              <a:rPr sz="1875" b="0">
                <a:solidFill>
                  <a:srgbClr val="64746C"/>
                </a:solidFill>
                <a:latin typeface="Noto Sans"/>
                <a:ea typeface="Noto Sans"/>
                <a:cs typeface="Noto Sans"/>
              </a:rPr>
              <a:t>Illustrative annual continuation</a:t>
            </a:r>
          </a:p>
          <a:p xmlns:a="http://schemas.openxmlformats.org/drawingml/2006/main">
            <a:pPr>
              <a:defRPr sz="1875" b="0">
                <a:solidFill>
                  <a:srgbClr val="64746C"/>
                </a:solidFill>
                <a:latin typeface="Noto Sans"/>
                <a:ea typeface="Noto Sans"/>
                <a:cs typeface="Noto Sans"/>
              </a:defRPr>
            </a:pPr>
            <a:r>
              <a:rPr sz="1875" b="0">
                <a:solidFill>
                  <a:srgbClr val="64746C"/>
                </a:solidFill>
                <a:latin typeface="Noto Sans"/>
                <a:ea typeface="Noto Sans"/>
                <a:cs typeface="Noto Sans"/>
              </a:rPr>
              <a:t>INR 162,360</a:t>
            </a:r>
          </a:p>
          <a:p xmlns:a="http://schemas.openxmlformats.org/drawingml/2006/main">
            <a:pPr>
              <a:defRPr sz="1875" b="0">
                <a:solidFill>
                  <a:srgbClr val="64746C"/>
                </a:solidFill>
                <a:latin typeface="Noto Sans"/>
                <a:ea typeface="Noto Sans"/>
                <a:cs typeface="Noto Sans"/>
              </a:defRPr>
            </a:pPr>
            <a:r>
              <a:rPr sz="1875" b="0">
                <a:solidFill>
                  <a:srgbClr val="64746C"/>
                </a:solidFill>
                <a:latin typeface="Noto Sans"/>
                <a:ea typeface="Noto Sans"/>
                <a:cs typeface="Noto Sans"/>
              </a:rPr>
              <a:t>Recurring payer unconfirmed</a:t>
            </a:r>
          </a:p>
        </p:txBody>
      </p:sp>
    </p:spTree>
    <p:extLst>
      <p:ext uri="{BB962C8B-B14F-4D97-AF65-F5344CB8AC3E}">
        <p14:creationId xmlns:p14="http://schemas.microsoft.com/office/powerpoint/2010/main" val="77963107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Noto Sans"/>
        <a:ea typeface=""/>
        <a:cs typeface=""/>
      </a:majorFont>
      <a:minorFont>
        <a:latin typeface="Noto San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2026-10-17T10:15:23.5820000Z</dcterms:created>
  <dcterms:modified xsi:type="dcterms:W3CDTF">2026-10-17T10:15:23.5820000Z</dcterms:modified>
</coreProperties>
</file>